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6" r:id="rId20"/>
    <p:sldId id="277" r:id="rId21"/>
    <p:sldId id="278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4754" autoAdjust="0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6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ISA MATHEW" userId="05ebb031b9311ef8" providerId="LiveId" clId="{0B5BADA0-EADF-41A1-AAFD-3B897C5B0FA5}"/>
    <pc:docChg chg="undo custSel addSld delSld modSld modMainMaster modShowInfo">
      <pc:chgData name="JEISA MATHEW" userId="05ebb031b9311ef8" providerId="LiveId" clId="{0B5BADA0-EADF-41A1-AAFD-3B897C5B0FA5}" dt="2026-09-28T13:43:39.295" v="300"/>
      <pc:docMkLst>
        <pc:docMk/>
      </pc:docMkLst>
      <pc:sldChg chg="delSp modSp mod modTransition">
        <pc:chgData name="JEISA MATHEW" userId="05ebb031b9311ef8" providerId="LiveId" clId="{0B5BADA0-EADF-41A1-AAFD-3B897C5B0FA5}" dt="2026-09-28T13:43:39.295" v="300"/>
        <pc:sldMkLst>
          <pc:docMk/>
          <pc:sldMk cId="0" sldId="256"/>
        </pc:sldMkLst>
        <pc:spChg chg="mod">
          <ac:chgData name="JEISA MATHEW" userId="05ebb031b9311ef8" providerId="LiveId" clId="{0B5BADA0-EADF-41A1-AAFD-3B897C5B0FA5}" dt="2026-09-24T18:36:47.792" v="10" actId="1076"/>
          <ac:spMkLst>
            <pc:docMk/>
            <pc:sldMk cId="0" sldId="256"/>
            <ac:spMk id="6" creationId="{00000000-0000-0000-0000-000000000000}"/>
          </ac:spMkLst>
        </pc:spChg>
      </pc:sldChg>
      <pc:sldChg chg="delSp mod modTransition">
        <pc:chgData name="JEISA MATHEW" userId="05ebb031b9311ef8" providerId="LiveId" clId="{0B5BADA0-EADF-41A1-AAFD-3B897C5B0FA5}" dt="2026-09-28T13:43:39.295" v="300"/>
        <pc:sldMkLst>
          <pc:docMk/>
          <pc:sldMk cId="0" sldId="257"/>
        </pc:sldMkLst>
      </pc:sldChg>
      <pc:sldChg chg="delSp mod modTransition">
        <pc:chgData name="JEISA MATHEW" userId="05ebb031b9311ef8" providerId="LiveId" clId="{0B5BADA0-EADF-41A1-AAFD-3B897C5B0FA5}" dt="2026-09-28T13:43:39.295" v="300"/>
        <pc:sldMkLst>
          <pc:docMk/>
          <pc:sldMk cId="0" sldId="258"/>
        </pc:sldMkLst>
      </pc:sldChg>
      <pc:sldChg chg="delSp mod modTransition">
        <pc:chgData name="JEISA MATHEW" userId="05ebb031b9311ef8" providerId="LiveId" clId="{0B5BADA0-EADF-41A1-AAFD-3B897C5B0FA5}" dt="2026-09-28T13:43:39.295" v="300"/>
        <pc:sldMkLst>
          <pc:docMk/>
          <pc:sldMk cId="0" sldId="259"/>
        </pc:sldMkLst>
      </pc:sldChg>
      <pc:sldChg chg="delSp modSp mod modTransition">
        <pc:chgData name="JEISA MATHEW" userId="05ebb031b9311ef8" providerId="LiveId" clId="{0B5BADA0-EADF-41A1-AAFD-3B897C5B0FA5}" dt="2026-09-28T13:43:39.295" v="300"/>
        <pc:sldMkLst>
          <pc:docMk/>
          <pc:sldMk cId="0" sldId="260"/>
        </pc:sldMkLst>
      </pc:sldChg>
      <pc:sldChg chg="delSp mod modTransition">
        <pc:chgData name="JEISA MATHEW" userId="05ebb031b9311ef8" providerId="LiveId" clId="{0B5BADA0-EADF-41A1-AAFD-3B897C5B0FA5}" dt="2026-09-28T13:43:39.295" v="300"/>
        <pc:sldMkLst>
          <pc:docMk/>
          <pc:sldMk cId="0" sldId="261"/>
        </pc:sldMkLst>
      </pc:sldChg>
      <pc:sldChg chg="delSp mod modTransition">
        <pc:chgData name="JEISA MATHEW" userId="05ebb031b9311ef8" providerId="LiveId" clId="{0B5BADA0-EADF-41A1-AAFD-3B897C5B0FA5}" dt="2026-09-28T13:43:39.295" v="300"/>
        <pc:sldMkLst>
          <pc:docMk/>
          <pc:sldMk cId="0" sldId="262"/>
        </pc:sldMkLst>
      </pc:sldChg>
      <pc:sldChg chg="delSp modSp mod modTransition">
        <pc:chgData name="JEISA MATHEW" userId="05ebb031b9311ef8" providerId="LiveId" clId="{0B5BADA0-EADF-41A1-AAFD-3B897C5B0FA5}" dt="2026-09-28T13:43:39.295" v="300"/>
        <pc:sldMkLst>
          <pc:docMk/>
          <pc:sldMk cId="0" sldId="263"/>
        </pc:sldMkLst>
      </pc:sldChg>
      <pc:sldChg chg="delSp mod modTransition">
        <pc:chgData name="JEISA MATHEW" userId="05ebb031b9311ef8" providerId="LiveId" clId="{0B5BADA0-EADF-41A1-AAFD-3B897C5B0FA5}" dt="2026-09-28T13:43:39.295" v="300"/>
        <pc:sldMkLst>
          <pc:docMk/>
          <pc:sldMk cId="0" sldId="264"/>
        </pc:sldMkLst>
      </pc:sldChg>
      <pc:sldChg chg="delSp mod modTransition">
        <pc:chgData name="JEISA MATHEW" userId="05ebb031b9311ef8" providerId="LiveId" clId="{0B5BADA0-EADF-41A1-AAFD-3B897C5B0FA5}" dt="2026-09-28T13:43:39.295" v="300"/>
        <pc:sldMkLst>
          <pc:docMk/>
          <pc:sldMk cId="0" sldId="265"/>
        </pc:sldMkLst>
      </pc:sldChg>
      <pc:sldChg chg="delSp mod modTransition">
        <pc:chgData name="JEISA MATHEW" userId="05ebb031b9311ef8" providerId="LiveId" clId="{0B5BADA0-EADF-41A1-AAFD-3B897C5B0FA5}" dt="2026-09-28T13:43:39.295" v="300"/>
        <pc:sldMkLst>
          <pc:docMk/>
          <pc:sldMk cId="0" sldId="266"/>
        </pc:sldMkLst>
      </pc:sldChg>
      <pc:sldChg chg="delSp mod modTransition">
        <pc:chgData name="JEISA MATHEW" userId="05ebb031b9311ef8" providerId="LiveId" clId="{0B5BADA0-EADF-41A1-AAFD-3B897C5B0FA5}" dt="2026-09-28T13:43:39.295" v="300"/>
        <pc:sldMkLst>
          <pc:docMk/>
          <pc:sldMk cId="0" sldId="267"/>
        </pc:sldMkLst>
      </pc:sldChg>
      <pc:sldChg chg="delSp mod modTransition">
        <pc:chgData name="JEISA MATHEW" userId="05ebb031b9311ef8" providerId="LiveId" clId="{0B5BADA0-EADF-41A1-AAFD-3B897C5B0FA5}" dt="2026-09-28T13:43:39.295" v="300"/>
        <pc:sldMkLst>
          <pc:docMk/>
          <pc:sldMk cId="0" sldId="268"/>
        </pc:sldMkLst>
      </pc:sldChg>
      <pc:sldChg chg="delSp add del mod modTransition">
        <pc:chgData name="JEISA MATHEW" userId="05ebb031b9311ef8" providerId="LiveId" clId="{0B5BADA0-EADF-41A1-AAFD-3B897C5B0FA5}" dt="2026-09-28T13:43:39.295" v="300"/>
        <pc:sldMkLst>
          <pc:docMk/>
          <pc:sldMk cId="0" sldId="269"/>
        </pc:sldMkLst>
      </pc:sldChg>
      <pc:sldChg chg="delSp mod modTransition">
        <pc:chgData name="JEISA MATHEW" userId="05ebb031b9311ef8" providerId="LiveId" clId="{0B5BADA0-EADF-41A1-AAFD-3B897C5B0FA5}" dt="2026-09-28T13:43:39.295" v="300"/>
        <pc:sldMkLst>
          <pc:docMk/>
          <pc:sldMk cId="0" sldId="270"/>
        </pc:sldMkLst>
      </pc:sldChg>
      <pc:sldChg chg="addSp delSp modSp mod modTransition">
        <pc:chgData name="JEISA MATHEW" userId="05ebb031b9311ef8" providerId="LiveId" clId="{0B5BADA0-EADF-41A1-AAFD-3B897C5B0FA5}" dt="2026-09-28T13:43:39.295" v="300"/>
        <pc:sldMkLst>
          <pc:docMk/>
          <pc:sldMk cId="0" sldId="271"/>
        </pc:sldMkLst>
        <pc:picChg chg="add mod">
          <ac:chgData name="JEISA MATHEW" userId="05ebb031b9311ef8" providerId="LiveId" clId="{0B5BADA0-EADF-41A1-AAFD-3B897C5B0FA5}" dt="2026-09-25T04:53:36.820" v="102" actId="14100"/>
          <ac:picMkLst>
            <pc:docMk/>
            <pc:sldMk cId="0" sldId="271"/>
            <ac:picMk id="2" creationId="{74587B6C-85F4-A572-D973-C07A2050FB2B}"/>
          </ac:picMkLst>
        </pc:picChg>
      </pc:sldChg>
      <pc:sldChg chg="delSp mod modTransition">
        <pc:chgData name="JEISA MATHEW" userId="05ebb031b9311ef8" providerId="LiveId" clId="{0B5BADA0-EADF-41A1-AAFD-3B897C5B0FA5}" dt="2026-09-28T13:43:39.295" v="300"/>
        <pc:sldMkLst>
          <pc:docMk/>
          <pc:sldMk cId="0" sldId="272"/>
        </pc:sldMkLst>
      </pc:sldChg>
      <pc:sldChg chg="delSp modSp del mod modTransition">
        <pc:chgData name="JEISA MATHEW" userId="05ebb031b9311ef8" providerId="LiveId" clId="{0B5BADA0-EADF-41A1-AAFD-3B897C5B0FA5}" dt="2026-09-28T09:36:00.740" v="230" actId="2696"/>
        <pc:sldMkLst>
          <pc:docMk/>
          <pc:sldMk cId="0" sldId="273"/>
        </pc:sldMkLst>
        <pc:spChg chg="del mod">
          <ac:chgData name="JEISA MATHEW" userId="05ebb031b9311ef8" providerId="LiveId" clId="{0B5BADA0-EADF-41A1-AAFD-3B897C5B0FA5}" dt="2026-09-28T09:35:07.666" v="229" actId="478"/>
          <ac:spMkLst>
            <pc:docMk/>
            <pc:sldMk cId="0" sldId="273"/>
            <ac:spMk id="7" creationId="{00000000-0000-0000-0000-000000000000}"/>
          </ac:spMkLst>
        </pc:spChg>
        <pc:spChg chg="del">
          <ac:chgData name="JEISA MATHEW" userId="05ebb031b9311ef8" providerId="LiveId" clId="{0B5BADA0-EADF-41A1-AAFD-3B897C5B0FA5}" dt="2026-09-28T09:35:07.666" v="229" actId="478"/>
          <ac:spMkLst>
            <pc:docMk/>
            <pc:sldMk cId="0" sldId="273"/>
            <ac:spMk id="10" creationId="{00000000-0000-0000-0000-000000000000}"/>
          </ac:spMkLst>
        </pc:spChg>
        <pc:spChg chg="del">
          <ac:chgData name="JEISA MATHEW" userId="05ebb031b9311ef8" providerId="LiveId" clId="{0B5BADA0-EADF-41A1-AAFD-3B897C5B0FA5}" dt="2026-09-28T09:35:07.666" v="229" actId="478"/>
          <ac:spMkLst>
            <pc:docMk/>
            <pc:sldMk cId="0" sldId="273"/>
            <ac:spMk id="11" creationId="{00000000-0000-0000-0000-000000000000}"/>
          </ac:spMkLst>
        </pc:spChg>
        <pc:spChg chg="del mod">
          <ac:chgData name="JEISA MATHEW" userId="05ebb031b9311ef8" providerId="LiveId" clId="{0B5BADA0-EADF-41A1-AAFD-3B897C5B0FA5}" dt="2026-09-28T09:35:07.666" v="229" actId="478"/>
          <ac:spMkLst>
            <pc:docMk/>
            <pc:sldMk cId="0" sldId="273"/>
            <ac:spMk id="12" creationId="{00000000-0000-0000-0000-000000000000}"/>
          </ac:spMkLst>
        </pc:spChg>
        <pc:spChg chg="mod">
          <ac:chgData name="JEISA MATHEW" userId="05ebb031b9311ef8" providerId="LiveId" clId="{0B5BADA0-EADF-41A1-AAFD-3B897C5B0FA5}" dt="2026-09-28T09:33:47.346" v="222" actId="1076"/>
          <ac:spMkLst>
            <pc:docMk/>
            <pc:sldMk cId="0" sldId="273"/>
            <ac:spMk id="13" creationId="{00000000-0000-0000-0000-000000000000}"/>
          </ac:spMkLst>
        </pc:spChg>
        <pc:spChg chg="mod">
          <ac:chgData name="JEISA MATHEW" userId="05ebb031b9311ef8" providerId="LiveId" clId="{0B5BADA0-EADF-41A1-AAFD-3B897C5B0FA5}" dt="2026-09-28T09:33:47.346" v="222" actId="1076"/>
          <ac:spMkLst>
            <pc:docMk/>
            <pc:sldMk cId="0" sldId="273"/>
            <ac:spMk id="15" creationId="{00000000-0000-0000-0000-000000000000}"/>
          </ac:spMkLst>
        </pc:spChg>
        <pc:spChg chg="del mod">
          <ac:chgData name="JEISA MATHEW" userId="05ebb031b9311ef8" providerId="LiveId" clId="{0B5BADA0-EADF-41A1-AAFD-3B897C5B0FA5}" dt="2026-09-28T09:35:07.666" v="229" actId="478"/>
          <ac:spMkLst>
            <pc:docMk/>
            <pc:sldMk cId="0" sldId="273"/>
            <ac:spMk id="16" creationId="{00000000-0000-0000-0000-000000000000}"/>
          </ac:spMkLst>
        </pc:spChg>
        <pc:spChg chg="mod">
          <ac:chgData name="JEISA MATHEW" userId="05ebb031b9311ef8" providerId="LiveId" clId="{0B5BADA0-EADF-41A1-AAFD-3B897C5B0FA5}" dt="2026-09-28T09:34:27.860" v="227" actId="14100"/>
          <ac:spMkLst>
            <pc:docMk/>
            <pc:sldMk cId="0" sldId="273"/>
            <ac:spMk id="17" creationId="{00000000-0000-0000-0000-000000000000}"/>
          </ac:spMkLst>
        </pc:spChg>
        <pc:spChg chg="del mod">
          <ac:chgData name="JEISA MATHEW" userId="05ebb031b9311ef8" providerId="LiveId" clId="{0B5BADA0-EADF-41A1-AAFD-3B897C5B0FA5}" dt="2026-09-28T09:35:07.666" v="229" actId="478"/>
          <ac:spMkLst>
            <pc:docMk/>
            <pc:sldMk cId="0" sldId="273"/>
            <ac:spMk id="18" creationId="{00000000-0000-0000-0000-000000000000}"/>
          </ac:spMkLst>
        </pc:spChg>
        <pc:spChg chg="del mod">
          <ac:chgData name="JEISA MATHEW" userId="05ebb031b9311ef8" providerId="LiveId" clId="{0B5BADA0-EADF-41A1-AAFD-3B897C5B0FA5}" dt="2026-09-28T09:35:07.666" v="229" actId="478"/>
          <ac:spMkLst>
            <pc:docMk/>
            <pc:sldMk cId="0" sldId="273"/>
            <ac:spMk id="20" creationId="{00000000-0000-0000-0000-000000000000}"/>
          </ac:spMkLst>
        </pc:spChg>
        <pc:spChg chg="mod">
          <ac:chgData name="JEISA MATHEW" userId="05ebb031b9311ef8" providerId="LiveId" clId="{0B5BADA0-EADF-41A1-AAFD-3B897C5B0FA5}" dt="2026-09-28T09:33:55.027" v="223" actId="1076"/>
          <ac:spMkLst>
            <pc:docMk/>
            <pc:sldMk cId="0" sldId="273"/>
            <ac:spMk id="21" creationId="{00000000-0000-0000-0000-000000000000}"/>
          </ac:spMkLst>
        </pc:spChg>
        <pc:spChg chg="del">
          <ac:chgData name="JEISA MATHEW" userId="05ebb031b9311ef8" providerId="LiveId" clId="{0B5BADA0-EADF-41A1-AAFD-3B897C5B0FA5}" dt="2026-09-28T09:30:38.797" v="204" actId="478"/>
          <ac:spMkLst>
            <pc:docMk/>
            <pc:sldMk cId="0" sldId="273"/>
            <ac:spMk id="22" creationId="{00000000-0000-0000-0000-000000000000}"/>
          </ac:spMkLst>
        </pc:spChg>
        <pc:spChg chg="del">
          <ac:chgData name="JEISA MATHEW" userId="05ebb031b9311ef8" providerId="LiveId" clId="{0B5BADA0-EADF-41A1-AAFD-3B897C5B0FA5}" dt="2026-09-28T09:30:42.763" v="205" actId="478"/>
          <ac:spMkLst>
            <pc:docMk/>
            <pc:sldMk cId="0" sldId="273"/>
            <ac:spMk id="23" creationId="{00000000-0000-0000-0000-000000000000}"/>
          </ac:spMkLst>
        </pc:spChg>
        <pc:spChg chg="del">
          <ac:chgData name="JEISA MATHEW" userId="05ebb031b9311ef8" providerId="LiveId" clId="{0B5BADA0-EADF-41A1-AAFD-3B897C5B0FA5}" dt="2026-09-28T09:30:48.171" v="207" actId="478"/>
          <ac:spMkLst>
            <pc:docMk/>
            <pc:sldMk cId="0" sldId="273"/>
            <ac:spMk id="25" creationId="{00000000-0000-0000-0000-000000000000}"/>
          </ac:spMkLst>
        </pc:spChg>
        <pc:spChg chg="del">
          <ac:chgData name="JEISA MATHEW" userId="05ebb031b9311ef8" providerId="LiveId" clId="{0B5BADA0-EADF-41A1-AAFD-3B897C5B0FA5}" dt="2026-09-28T09:30:51.768" v="208" actId="478"/>
          <ac:spMkLst>
            <pc:docMk/>
            <pc:sldMk cId="0" sldId="273"/>
            <ac:spMk id="26" creationId="{00000000-0000-0000-0000-000000000000}"/>
          </ac:spMkLst>
        </pc:spChg>
        <pc:spChg chg="mod">
          <ac:chgData name="JEISA MATHEW" userId="05ebb031b9311ef8" providerId="LiveId" clId="{0B5BADA0-EADF-41A1-AAFD-3B897C5B0FA5}" dt="2026-09-28T09:34:32.842" v="228" actId="14100"/>
          <ac:spMkLst>
            <pc:docMk/>
            <pc:sldMk cId="0" sldId="273"/>
            <ac:spMk id="27" creationId="{00000000-0000-0000-0000-000000000000}"/>
          </ac:spMkLst>
        </pc:spChg>
        <pc:spChg chg="del mod">
          <ac:chgData name="JEISA MATHEW" userId="05ebb031b9311ef8" providerId="LiveId" clId="{0B5BADA0-EADF-41A1-AAFD-3B897C5B0FA5}" dt="2026-09-28T09:35:07.666" v="229" actId="478"/>
          <ac:spMkLst>
            <pc:docMk/>
            <pc:sldMk cId="0" sldId="273"/>
            <ac:spMk id="28" creationId="{00000000-0000-0000-0000-000000000000}"/>
          </ac:spMkLst>
        </pc:spChg>
        <pc:spChg chg="del mod">
          <ac:chgData name="JEISA MATHEW" userId="05ebb031b9311ef8" providerId="LiveId" clId="{0B5BADA0-EADF-41A1-AAFD-3B897C5B0FA5}" dt="2026-09-28T09:35:07.666" v="229" actId="478"/>
          <ac:spMkLst>
            <pc:docMk/>
            <pc:sldMk cId="0" sldId="273"/>
            <ac:spMk id="30" creationId="{00000000-0000-0000-0000-000000000000}"/>
          </ac:spMkLst>
        </pc:spChg>
        <pc:spChg chg="del mod">
          <ac:chgData name="JEISA MATHEW" userId="05ebb031b9311ef8" providerId="LiveId" clId="{0B5BADA0-EADF-41A1-AAFD-3B897C5B0FA5}" dt="2026-09-28T09:35:07.666" v="229" actId="478"/>
          <ac:spMkLst>
            <pc:docMk/>
            <pc:sldMk cId="0" sldId="273"/>
            <ac:spMk id="31" creationId="{00000000-0000-0000-0000-000000000000}"/>
          </ac:spMkLst>
        </pc:spChg>
        <pc:spChg chg="del">
          <ac:chgData name="JEISA MATHEW" userId="05ebb031b9311ef8" providerId="LiveId" clId="{0B5BADA0-EADF-41A1-AAFD-3B897C5B0FA5}" dt="2026-09-28T09:32:20.043" v="211" actId="478"/>
          <ac:spMkLst>
            <pc:docMk/>
            <pc:sldMk cId="0" sldId="273"/>
            <ac:spMk id="32" creationId="{00000000-0000-0000-0000-000000000000}"/>
          </ac:spMkLst>
        </pc:spChg>
        <pc:spChg chg="del">
          <ac:chgData name="JEISA MATHEW" userId="05ebb031b9311ef8" providerId="LiveId" clId="{0B5BADA0-EADF-41A1-AAFD-3B897C5B0FA5}" dt="2026-09-28T09:32:20.043" v="211" actId="478"/>
          <ac:spMkLst>
            <pc:docMk/>
            <pc:sldMk cId="0" sldId="273"/>
            <ac:spMk id="33" creationId="{00000000-0000-0000-0000-000000000000}"/>
          </ac:spMkLst>
        </pc:spChg>
        <pc:spChg chg="del">
          <ac:chgData name="JEISA MATHEW" userId="05ebb031b9311ef8" providerId="LiveId" clId="{0B5BADA0-EADF-41A1-AAFD-3B897C5B0FA5}" dt="2026-09-28T09:32:20.043" v="211" actId="478"/>
          <ac:spMkLst>
            <pc:docMk/>
            <pc:sldMk cId="0" sldId="273"/>
            <ac:spMk id="35" creationId="{00000000-0000-0000-0000-000000000000}"/>
          </ac:spMkLst>
        </pc:spChg>
        <pc:spChg chg="del">
          <ac:chgData name="JEISA MATHEW" userId="05ebb031b9311ef8" providerId="LiveId" clId="{0B5BADA0-EADF-41A1-AAFD-3B897C5B0FA5}" dt="2026-09-28T09:32:20.043" v="211" actId="478"/>
          <ac:spMkLst>
            <pc:docMk/>
            <pc:sldMk cId="0" sldId="273"/>
            <ac:spMk id="36" creationId="{00000000-0000-0000-0000-000000000000}"/>
          </ac:spMkLst>
        </pc:spChg>
        <pc:spChg chg="del">
          <ac:chgData name="JEISA MATHEW" userId="05ebb031b9311ef8" providerId="LiveId" clId="{0B5BADA0-EADF-41A1-AAFD-3B897C5B0FA5}" dt="2026-09-28T09:32:27.356" v="212" actId="478"/>
          <ac:spMkLst>
            <pc:docMk/>
            <pc:sldMk cId="0" sldId="273"/>
            <ac:spMk id="37" creationId="{00000000-0000-0000-0000-000000000000}"/>
          </ac:spMkLst>
        </pc:spChg>
        <pc:spChg chg="del">
          <ac:chgData name="JEISA MATHEW" userId="05ebb031b9311ef8" providerId="LiveId" clId="{0B5BADA0-EADF-41A1-AAFD-3B897C5B0FA5}" dt="2026-09-28T09:32:27.356" v="212" actId="478"/>
          <ac:spMkLst>
            <pc:docMk/>
            <pc:sldMk cId="0" sldId="273"/>
            <ac:spMk id="38" creationId="{00000000-0000-0000-0000-000000000000}"/>
          </ac:spMkLst>
        </pc:spChg>
        <pc:spChg chg="del">
          <ac:chgData name="JEISA MATHEW" userId="05ebb031b9311ef8" providerId="LiveId" clId="{0B5BADA0-EADF-41A1-AAFD-3B897C5B0FA5}" dt="2026-09-28T09:32:27.356" v="212" actId="478"/>
          <ac:spMkLst>
            <pc:docMk/>
            <pc:sldMk cId="0" sldId="273"/>
            <ac:spMk id="40" creationId="{00000000-0000-0000-0000-000000000000}"/>
          </ac:spMkLst>
        </pc:spChg>
        <pc:spChg chg="del">
          <ac:chgData name="JEISA MATHEW" userId="05ebb031b9311ef8" providerId="LiveId" clId="{0B5BADA0-EADF-41A1-AAFD-3B897C5B0FA5}" dt="2026-09-28T09:32:27.356" v="212" actId="478"/>
          <ac:spMkLst>
            <pc:docMk/>
            <pc:sldMk cId="0" sldId="273"/>
            <ac:spMk id="41" creationId="{00000000-0000-0000-0000-000000000000}"/>
          </ac:spMkLst>
        </pc:spChg>
        <pc:spChg chg="del">
          <ac:chgData name="JEISA MATHEW" userId="05ebb031b9311ef8" providerId="LiveId" clId="{0B5BADA0-EADF-41A1-AAFD-3B897C5B0FA5}" dt="2026-09-28T09:32:35.169" v="213" actId="478"/>
          <ac:spMkLst>
            <pc:docMk/>
            <pc:sldMk cId="0" sldId="273"/>
            <ac:spMk id="42" creationId="{00000000-0000-0000-0000-000000000000}"/>
          </ac:spMkLst>
        </pc:spChg>
        <pc:spChg chg="del">
          <ac:chgData name="JEISA MATHEW" userId="05ebb031b9311ef8" providerId="LiveId" clId="{0B5BADA0-EADF-41A1-AAFD-3B897C5B0FA5}" dt="2026-09-28T09:32:35.169" v="213" actId="478"/>
          <ac:spMkLst>
            <pc:docMk/>
            <pc:sldMk cId="0" sldId="273"/>
            <ac:spMk id="43" creationId="{00000000-0000-0000-0000-000000000000}"/>
          </ac:spMkLst>
        </pc:spChg>
        <pc:spChg chg="del">
          <ac:chgData name="JEISA MATHEW" userId="05ebb031b9311ef8" providerId="LiveId" clId="{0B5BADA0-EADF-41A1-AAFD-3B897C5B0FA5}" dt="2026-09-28T09:32:35.169" v="213" actId="478"/>
          <ac:spMkLst>
            <pc:docMk/>
            <pc:sldMk cId="0" sldId="273"/>
            <ac:spMk id="45" creationId="{00000000-0000-0000-0000-000000000000}"/>
          </ac:spMkLst>
        </pc:spChg>
        <pc:spChg chg="del">
          <ac:chgData name="JEISA MATHEW" userId="05ebb031b9311ef8" providerId="LiveId" clId="{0B5BADA0-EADF-41A1-AAFD-3B897C5B0FA5}" dt="2026-09-28T09:32:35.169" v="213" actId="478"/>
          <ac:spMkLst>
            <pc:docMk/>
            <pc:sldMk cId="0" sldId="273"/>
            <ac:spMk id="46" creationId="{00000000-0000-0000-0000-000000000000}"/>
          </ac:spMkLst>
        </pc:spChg>
        <pc:picChg chg="mod">
          <ac:chgData name="JEISA MATHEW" userId="05ebb031b9311ef8" providerId="LiveId" clId="{0B5BADA0-EADF-41A1-AAFD-3B897C5B0FA5}" dt="2026-09-28T09:33:47.346" v="222" actId="1076"/>
          <ac:picMkLst>
            <pc:docMk/>
            <pc:sldMk cId="0" sldId="273"/>
            <ac:picMk id="14" creationId="{00000000-0000-0000-0000-000000000000}"/>
          </ac:picMkLst>
        </pc:picChg>
        <pc:picChg chg="mod">
          <ac:chgData name="JEISA MATHEW" userId="05ebb031b9311ef8" providerId="LiveId" clId="{0B5BADA0-EADF-41A1-AAFD-3B897C5B0FA5}" dt="2026-09-28T09:33:55.027" v="223" actId="1076"/>
          <ac:picMkLst>
            <pc:docMk/>
            <pc:sldMk cId="0" sldId="273"/>
            <ac:picMk id="19" creationId="{00000000-0000-0000-0000-000000000000}"/>
          </ac:picMkLst>
        </pc:picChg>
        <pc:picChg chg="del">
          <ac:chgData name="JEISA MATHEW" userId="05ebb031b9311ef8" providerId="LiveId" clId="{0B5BADA0-EADF-41A1-AAFD-3B897C5B0FA5}" dt="2026-09-28T09:30:45.045" v="206" actId="478"/>
          <ac:picMkLst>
            <pc:docMk/>
            <pc:sldMk cId="0" sldId="273"/>
            <ac:picMk id="24" creationId="{00000000-0000-0000-0000-000000000000}"/>
          </ac:picMkLst>
        </pc:picChg>
        <pc:picChg chg="mod">
          <ac:chgData name="JEISA MATHEW" userId="05ebb031b9311ef8" providerId="LiveId" clId="{0B5BADA0-EADF-41A1-AAFD-3B897C5B0FA5}" dt="2026-09-28T09:34:11.835" v="224" actId="1076"/>
          <ac:picMkLst>
            <pc:docMk/>
            <pc:sldMk cId="0" sldId="273"/>
            <ac:picMk id="29" creationId="{00000000-0000-0000-0000-000000000000}"/>
          </ac:picMkLst>
        </pc:picChg>
        <pc:picChg chg="del">
          <ac:chgData name="JEISA MATHEW" userId="05ebb031b9311ef8" providerId="LiveId" clId="{0B5BADA0-EADF-41A1-AAFD-3B897C5B0FA5}" dt="2026-09-28T09:32:20.043" v="211" actId="478"/>
          <ac:picMkLst>
            <pc:docMk/>
            <pc:sldMk cId="0" sldId="273"/>
            <ac:picMk id="34" creationId="{00000000-0000-0000-0000-000000000000}"/>
          </ac:picMkLst>
        </pc:picChg>
        <pc:picChg chg="del">
          <ac:chgData name="JEISA MATHEW" userId="05ebb031b9311ef8" providerId="LiveId" clId="{0B5BADA0-EADF-41A1-AAFD-3B897C5B0FA5}" dt="2026-09-28T09:32:27.356" v="212" actId="478"/>
          <ac:picMkLst>
            <pc:docMk/>
            <pc:sldMk cId="0" sldId="273"/>
            <ac:picMk id="39" creationId="{00000000-0000-0000-0000-000000000000}"/>
          </ac:picMkLst>
        </pc:picChg>
        <pc:picChg chg="del">
          <ac:chgData name="JEISA MATHEW" userId="05ebb031b9311ef8" providerId="LiveId" clId="{0B5BADA0-EADF-41A1-AAFD-3B897C5B0FA5}" dt="2026-09-28T09:32:35.169" v="213" actId="478"/>
          <ac:picMkLst>
            <pc:docMk/>
            <pc:sldMk cId="0" sldId="273"/>
            <ac:picMk id="44" creationId="{00000000-0000-0000-0000-000000000000}"/>
          </ac:picMkLst>
        </pc:picChg>
      </pc:sldChg>
      <pc:sldChg chg="delSp modSp mod modTransition">
        <pc:chgData name="JEISA MATHEW" userId="05ebb031b9311ef8" providerId="LiveId" clId="{0B5BADA0-EADF-41A1-AAFD-3B897C5B0FA5}" dt="2026-09-28T13:43:39.295" v="300"/>
        <pc:sldMkLst>
          <pc:docMk/>
          <pc:sldMk cId="0" sldId="274"/>
        </pc:sldMkLst>
        <pc:spChg chg="mod">
          <ac:chgData name="JEISA MATHEW" userId="05ebb031b9311ef8" providerId="LiveId" clId="{0B5BADA0-EADF-41A1-AAFD-3B897C5B0FA5}" dt="2026-09-28T09:36:12.754" v="235" actId="20577"/>
          <ac:spMkLst>
            <pc:docMk/>
            <pc:sldMk cId="0" sldId="274"/>
            <ac:spMk id="3" creationId="{00000000-0000-0000-0000-000000000000}"/>
          </ac:spMkLst>
        </pc:spChg>
        <pc:spChg chg="mod">
          <ac:chgData name="JEISA MATHEW" userId="05ebb031b9311ef8" providerId="LiveId" clId="{0B5BADA0-EADF-41A1-AAFD-3B897C5B0FA5}" dt="2026-09-28T09:40:03.049" v="243" actId="20577"/>
          <ac:spMkLst>
            <pc:docMk/>
            <pc:sldMk cId="0" sldId="274"/>
            <ac:spMk id="6" creationId="{00000000-0000-0000-0000-000000000000}"/>
          </ac:spMkLst>
        </pc:spChg>
        <pc:picChg chg="mod">
          <ac:chgData name="JEISA MATHEW" userId="05ebb031b9311ef8" providerId="LiveId" clId="{0B5BADA0-EADF-41A1-AAFD-3B897C5B0FA5}" dt="2026-09-25T04:50:44.694" v="78" actId="14100"/>
          <ac:picMkLst>
            <pc:docMk/>
            <pc:sldMk cId="0" sldId="274"/>
            <ac:picMk id="7" creationId="{00000000-0000-0000-0000-000000000000}"/>
          </ac:picMkLst>
        </pc:picChg>
      </pc:sldChg>
      <pc:sldChg chg="delSp modSp del mod modTransition">
        <pc:chgData name="JEISA MATHEW" userId="05ebb031b9311ef8" providerId="LiveId" clId="{0B5BADA0-EADF-41A1-AAFD-3B897C5B0FA5}" dt="2026-09-28T09:37:05.471" v="236" actId="2696"/>
        <pc:sldMkLst>
          <pc:docMk/>
          <pc:sldMk cId="0" sldId="275"/>
        </pc:sldMkLst>
      </pc:sldChg>
      <pc:sldChg chg="addSp delSp modSp mod modTransition">
        <pc:chgData name="JEISA MATHEW" userId="05ebb031b9311ef8" providerId="LiveId" clId="{0B5BADA0-EADF-41A1-AAFD-3B897C5B0FA5}" dt="2026-09-28T13:43:39.295" v="300"/>
        <pc:sldMkLst>
          <pc:docMk/>
          <pc:sldMk cId="0" sldId="276"/>
        </pc:sldMkLst>
        <pc:spChg chg="mod">
          <ac:chgData name="JEISA MATHEW" userId="05ebb031b9311ef8" providerId="LiveId" clId="{0B5BADA0-EADF-41A1-AAFD-3B897C5B0FA5}" dt="2026-09-28T09:37:20.041" v="239" actId="20577"/>
          <ac:spMkLst>
            <pc:docMk/>
            <pc:sldMk cId="0" sldId="276"/>
            <ac:spMk id="3" creationId="{00000000-0000-0000-0000-000000000000}"/>
          </ac:spMkLst>
        </pc:spChg>
        <pc:spChg chg="mod">
          <ac:chgData name="JEISA MATHEW" userId="05ebb031b9311ef8" providerId="LiveId" clId="{0B5BADA0-EADF-41A1-AAFD-3B897C5B0FA5}" dt="2026-09-28T09:40:18.888" v="247" actId="20577"/>
          <ac:spMkLst>
            <pc:docMk/>
            <pc:sldMk cId="0" sldId="276"/>
            <ac:spMk id="6" creationId="{00000000-0000-0000-0000-000000000000}"/>
          </ac:spMkLst>
        </pc:spChg>
        <pc:picChg chg="mod">
          <ac:chgData name="JEISA MATHEW" userId="05ebb031b9311ef8" providerId="LiveId" clId="{0B5BADA0-EADF-41A1-AAFD-3B897C5B0FA5}" dt="2026-09-28T09:41:15.320" v="249" actId="14100"/>
          <ac:picMkLst>
            <pc:docMk/>
            <pc:sldMk cId="0" sldId="276"/>
            <ac:picMk id="7" creationId="{00000000-0000-0000-0000-000000000000}"/>
          </ac:picMkLst>
        </pc:picChg>
      </pc:sldChg>
      <pc:sldChg chg="delSp modSp mod modTransition">
        <pc:chgData name="JEISA MATHEW" userId="05ebb031b9311ef8" providerId="LiveId" clId="{0B5BADA0-EADF-41A1-AAFD-3B897C5B0FA5}" dt="2026-09-28T13:43:39.295" v="300"/>
        <pc:sldMkLst>
          <pc:docMk/>
          <pc:sldMk cId="0" sldId="277"/>
        </pc:sldMkLst>
        <pc:spChg chg="mod">
          <ac:chgData name="JEISA MATHEW" userId="05ebb031b9311ef8" providerId="LiveId" clId="{0B5BADA0-EADF-41A1-AAFD-3B897C5B0FA5}" dt="2026-09-28T09:41:31.124" v="257" actId="20577"/>
          <ac:spMkLst>
            <pc:docMk/>
            <pc:sldMk cId="0" sldId="277"/>
            <ac:spMk id="3" creationId="{00000000-0000-0000-0000-000000000000}"/>
          </ac:spMkLst>
        </pc:spChg>
        <pc:spChg chg="mod">
          <ac:chgData name="JEISA MATHEW" userId="05ebb031b9311ef8" providerId="LiveId" clId="{0B5BADA0-EADF-41A1-AAFD-3B897C5B0FA5}" dt="2026-09-28T09:41:54.255" v="259" actId="20577"/>
          <ac:spMkLst>
            <pc:docMk/>
            <pc:sldMk cId="0" sldId="277"/>
            <ac:spMk id="6" creationId="{00000000-0000-0000-0000-000000000000}"/>
          </ac:spMkLst>
        </pc:spChg>
        <pc:picChg chg="mod">
          <ac:chgData name="JEISA MATHEW" userId="05ebb031b9311ef8" providerId="LiveId" clId="{0B5BADA0-EADF-41A1-AAFD-3B897C5B0FA5}" dt="2026-09-25T04:51:40.508" v="90" actId="14100"/>
          <ac:picMkLst>
            <pc:docMk/>
            <pc:sldMk cId="0" sldId="277"/>
            <ac:picMk id="7" creationId="{00000000-0000-0000-0000-000000000000}"/>
          </ac:picMkLst>
        </pc:picChg>
      </pc:sldChg>
      <pc:sldChg chg="modTransition">
        <pc:chgData name="JEISA MATHEW" userId="05ebb031b9311ef8" providerId="LiveId" clId="{0B5BADA0-EADF-41A1-AAFD-3B897C5B0FA5}" dt="2026-09-28T13:43:39.295" v="300"/>
        <pc:sldMkLst>
          <pc:docMk/>
          <pc:sldMk cId="0" sldId="278"/>
        </pc:sldMkLst>
      </pc:sldChg>
      <pc:sldMasterChg chg="modTransition modSldLayout">
        <pc:chgData name="JEISA MATHEW" userId="05ebb031b9311ef8" providerId="LiveId" clId="{0B5BADA0-EADF-41A1-AAFD-3B897C5B0FA5}" dt="2026-09-28T12:52:02.596" v="266"/>
        <pc:sldMasterMkLst>
          <pc:docMk/>
          <pc:sldMasterMk cId="0" sldId="2147483648"/>
        </pc:sldMasterMkLst>
        <pc:sldLayoutChg chg="modTransition">
          <pc:chgData name="JEISA MATHEW" userId="05ebb031b9311ef8" providerId="LiveId" clId="{0B5BADA0-EADF-41A1-AAFD-3B897C5B0FA5}" dt="2026-09-28T12:52:02.596" v="266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5945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731520" y="146304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Inventory Forecast Dashboard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9260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SKU-Level Demand Forecasting for Smarter Inventory Planning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997388"/>
            <a:ext cx="32577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Jeisa Mathew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problem, solution, and value in one view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5661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2178101"/>
            <a:ext cx="307238" cy="30723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0020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83464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stores overstock while others run out of stock, creating inconsistent inventory allocation across the retail network.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297680" y="1783080"/>
            <a:ext cx="35661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0" y="2011680"/>
            <a:ext cx="640080" cy="640080"/>
          </a:xfrm>
          <a:prstGeom prst="ellipse">
            <a:avLst/>
          </a:prstGeom>
          <a:solidFill>
            <a:srgbClr val="12417F"/>
          </a:solidFill>
          <a:ln w="12700">
            <a:solidFill>
              <a:srgbClr val="12417F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421" y="217810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34924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4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283464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SKU-level demand, compare it with inventory, classify risk, and recommend reorder / transfer / hold actions.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8046720" y="1783080"/>
            <a:ext cx="35661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21040" y="2011680"/>
            <a:ext cx="640080" cy="640080"/>
          </a:xfrm>
          <a:prstGeom prst="ellipse">
            <a:avLst/>
          </a:prstGeom>
          <a:solidFill>
            <a:srgbClr val="2E8B45"/>
          </a:solidFill>
          <a:ln w="12700">
            <a:solidFill>
              <a:srgbClr val="2E8B45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7461" y="2178101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09828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8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283464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Tableau dashboard shows managers where action is required and where inventory should be held.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548640" y="475488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640080" y="4892040"/>
            <a:ext cx="24688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4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76,000</a:t>
            </a:r>
            <a:endParaRPr lang="en-US" sz="3000" dirty="0"/>
          </a:p>
        </p:txBody>
      </p:sp>
      <p:sp>
        <p:nvSpPr>
          <p:cNvPr id="24" name="Text 19"/>
          <p:cNvSpPr txBox="1"/>
          <p:nvPr/>
        </p:nvSpPr>
        <p:spPr>
          <a:xfrm>
            <a:off x="685800" y="5633618"/>
            <a:ext cx="23774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3364992" y="475488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1"/>
          <p:cNvSpPr txBox="1"/>
          <p:nvPr/>
        </p:nvSpPr>
        <p:spPr>
          <a:xfrm>
            <a:off x="3456432" y="4892040"/>
            <a:ext cx="24688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4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000" dirty="0"/>
          </a:p>
        </p:txBody>
      </p:sp>
      <p:sp>
        <p:nvSpPr>
          <p:cNvPr id="27" name="Text 22"/>
          <p:cNvSpPr txBox="1"/>
          <p:nvPr/>
        </p:nvSpPr>
        <p:spPr>
          <a:xfrm>
            <a:off x="3502152" y="5633618"/>
            <a:ext cx="23774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6181344" y="475488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4"/>
          <p:cNvSpPr txBox="1"/>
          <p:nvPr/>
        </p:nvSpPr>
        <p:spPr>
          <a:xfrm>
            <a:off x="6272784" y="4892040"/>
            <a:ext cx="24688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4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× 20</a:t>
            </a:r>
            <a:endParaRPr lang="en-US" sz="3000" dirty="0"/>
          </a:p>
        </p:txBody>
      </p:sp>
      <p:sp>
        <p:nvSpPr>
          <p:cNvPr id="30" name="Text 25"/>
          <p:cNvSpPr txBox="1"/>
          <p:nvPr/>
        </p:nvSpPr>
        <p:spPr>
          <a:xfrm>
            <a:off x="6318504" y="5633618"/>
            <a:ext cx="23774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× SKUs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8997696" y="475488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27"/>
          <p:cNvSpPr txBox="1"/>
          <p:nvPr/>
        </p:nvSpPr>
        <p:spPr>
          <a:xfrm>
            <a:off x="9089136" y="4892040"/>
            <a:ext cx="24688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4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0.62%</a:t>
            </a:r>
            <a:endParaRPr lang="en-US" sz="3000" dirty="0"/>
          </a:p>
        </p:txBody>
      </p:sp>
      <p:sp>
        <p:nvSpPr>
          <p:cNvPr id="33" name="Text 28"/>
          <p:cNvSpPr txBox="1"/>
          <p:nvPr/>
        </p:nvSpPr>
        <p:spPr>
          <a:xfrm>
            <a:off x="9134856" y="5633618"/>
            <a:ext cx="23774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Forecast Bias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Industry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inventory planning across multiple stores and overlapping SKUs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4206240" cy="4389120"/>
          </a:xfrm>
          <a:prstGeom prst="roundRect">
            <a:avLst>
              <a:gd name="adj" fmla="val 2174"/>
            </a:avLst>
          </a:prstGeom>
          <a:solidFill>
            <a:srgbClr val="12417F"/>
          </a:solidFill>
          <a:ln w="12700">
            <a:solidFill>
              <a:srgbClr val="12417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74520" y="2286000"/>
            <a:ext cx="1554480" cy="1554480"/>
          </a:xfrm>
          <a:prstGeom prst="ellipse">
            <a:avLst/>
          </a:prstGeom>
          <a:solidFill>
            <a:srgbClr val="2E8B45"/>
          </a:solidFill>
          <a:ln w="12700">
            <a:solidFill>
              <a:srgbClr val="2E8B45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8685" y="2690165"/>
            <a:ext cx="746150" cy="74615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31520" y="41148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4937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Multi-store chains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029200" y="1783080"/>
            <a:ext cx="6611112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349240" y="19659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24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context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5349240" y="242316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 operate multiple stores carrying overlapping SKUs. Inventory needs vary by store because local demand, seasonality, promotions, and other conditions are not identical.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5029200" y="4069080"/>
            <a:ext cx="6611112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5349240" y="42519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24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focus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5349240" y="470916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SKU-level demand forecasting + inventory risk monitoring + action-oriented dashboarding.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Company Examples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facing multi-store inventory challenges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920240" y="2011680"/>
            <a:ext cx="822960" cy="822960"/>
          </a:xfrm>
          <a:prstGeom prst="ellipse">
            <a:avLst/>
          </a:prstGeom>
          <a:solidFill>
            <a:srgbClr val="2E8B45"/>
          </a:solidFill>
          <a:ln w="12700">
            <a:solidFill>
              <a:srgbClr val="2E8B45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4210" y="2225650"/>
            <a:ext cx="395021" cy="39502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77240" y="30175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multi-store grocery chains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4297680" y="178308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69280" y="2011680"/>
            <a:ext cx="822960" cy="822960"/>
          </a:xfrm>
          <a:prstGeom prst="ellipse">
            <a:avLst/>
          </a:prstGeom>
          <a:solidFill>
            <a:srgbClr val="12417F"/>
          </a:solidFill>
          <a:ln w="12700">
            <a:solidFill>
              <a:srgbClr val="12417F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3250" y="2225650"/>
            <a:ext cx="395021" cy="39502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26280" y="30175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retail chains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8046720" y="178308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418320" y="2011680"/>
            <a:ext cx="822960" cy="822960"/>
          </a:xfrm>
          <a:prstGeom prst="ellipse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2290" y="2225650"/>
            <a:ext cx="395021" cy="39502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275320" y="30175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and apparel retail chains</a:t>
            </a:r>
            <a:endParaRPr lang="en-US" sz="1900" dirty="0"/>
          </a:p>
        </p:txBody>
      </p:sp>
      <p:sp>
        <p:nvSpPr>
          <p:cNvPr id="19" name="Shape 14"/>
          <p:cNvSpPr/>
          <p:nvPr/>
        </p:nvSpPr>
        <p:spPr>
          <a:xfrm>
            <a:off x="548640" y="4389120"/>
            <a:ext cx="1109167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868680" y="4526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24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868680" y="498348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retailer with overlapping SKUs across stores faces the same issue: the same SKU can have different demand and inventory pressure in different stores. The project dataset spans 5 categories (Clothing, Electronics, Furniture, Groceries, Toys), and the dashboard is built around the store × SKU view.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Business Background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inventory forecasting is a store-level business problem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331720" cy="1005840"/>
          </a:xfrm>
          <a:prstGeom prst="chevron">
            <a:avLst/>
          </a:prstGeom>
          <a:solidFill>
            <a:srgbClr val="12417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17830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demand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88920" y="1783080"/>
            <a:ext cx="2331720" cy="1005840"/>
          </a:xfrm>
          <a:prstGeom prst="chevron">
            <a:avLst/>
          </a:prstGeom>
          <a:solidFill>
            <a:srgbClr val="12417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46120" y="17830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demand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0" y="1783080"/>
            <a:ext cx="2331720" cy="1005840"/>
          </a:xfrm>
          <a:prstGeom prst="chevron">
            <a:avLst/>
          </a:prstGeom>
          <a:solidFill>
            <a:srgbClr val="12417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0" y="17830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inventory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269480" y="1783080"/>
            <a:ext cx="2331720" cy="1005840"/>
          </a:xfrm>
          <a:prstGeom prst="chevron">
            <a:avLst/>
          </a:prstGeom>
          <a:solidFill>
            <a:srgbClr val="12417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26680" y="17830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risk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509760" y="1783080"/>
            <a:ext cx="2331720" cy="1005840"/>
          </a:xfrm>
          <a:prstGeom prst="chevron">
            <a:avLst/>
          </a:prstGeom>
          <a:solidFill>
            <a:srgbClr val="2E8B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966960" y="17830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action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154680"/>
            <a:ext cx="546811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22960" y="3474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0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333756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 manage many SKUs across multiple stores.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172200" y="3154680"/>
            <a:ext cx="546811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446520" y="3474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0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333756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can vary by location and time.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48640" y="4709160"/>
            <a:ext cx="546811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22960" y="5029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0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25" name="Text 23"/>
          <p:cNvSpPr txBox="1"/>
          <p:nvPr/>
        </p:nvSpPr>
        <p:spPr>
          <a:xfrm>
            <a:off x="1645920" y="48920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and promotions can change expected demand.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172200" y="4709160"/>
            <a:ext cx="546811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446520" y="5029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0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28" name="Text 26"/>
          <p:cNvSpPr txBox="1"/>
          <p:nvPr/>
        </p:nvSpPr>
        <p:spPr>
          <a:xfrm>
            <a:off x="7269480" y="48920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decisions must consider future demand, not only current stock.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Business Problem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inventory imbalance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468112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" y="2201875"/>
            <a:ext cx="351130" cy="35113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737360" y="20116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0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Overstock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8346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is far above expected demand, tying up capital and increasing holding pressure.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172200" y="1783080"/>
            <a:ext cx="5468112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46520" y="2011680"/>
            <a:ext cx="731520" cy="73152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6715" y="2201875"/>
            <a:ext cx="351130" cy="35113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360920" y="20116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Stockout</a:t>
            </a:r>
            <a:endParaRPr lang="en-US" sz="2400" dirty="0"/>
          </a:p>
        </p:txBody>
      </p:sp>
      <p:sp>
        <p:nvSpPr>
          <p:cNvPr id="16" name="Text 12"/>
          <p:cNvSpPr txBox="1"/>
          <p:nvPr/>
        </p:nvSpPr>
        <p:spPr>
          <a:xfrm>
            <a:off x="6446520" y="28346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is insufficient for expected demand, creating potential lost sales and poor availability.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548640" y="4114800"/>
            <a:ext cx="11091672" cy="2057400"/>
          </a:xfrm>
          <a:prstGeom prst="roundRect">
            <a:avLst>
              <a:gd name="adj" fmla="val 4444"/>
            </a:avLst>
          </a:prstGeom>
          <a:solidFill>
            <a:srgbClr val="12417F"/>
          </a:solidFill>
          <a:ln w="12700">
            <a:solidFill>
              <a:srgbClr val="12417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868680" y="4251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challenge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868680" y="46634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SKU can be healthy in one store, at risk in another, and overstocked elsewhere.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868680" y="52578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example (30 Jan 2024): SKU P0015 has only 0.9 days of cover at store S001 (stockout risk), but 7.0, 4.7 and 5.0 days at S002, S004 and S005 (overstock risk).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Why Existing Solutions Fail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of static or manual store-level reordering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9494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1783080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178308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reorder points may not reflect changing demand.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69494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2880360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88036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judgment can be inconsistent across stores.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69494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7240" y="3977640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97764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inventory alone does not show future SKU-level demand.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69494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77240" y="5074920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507492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and promotional patterns can be missed without a demand-adjusted view.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772400" y="1783080"/>
            <a:ext cx="3867912" cy="4251960"/>
          </a:xfrm>
          <a:prstGeom prst="roundRect">
            <a:avLst>
              <a:gd name="adj" fmla="val 2364"/>
            </a:avLst>
          </a:prstGeom>
          <a:solidFill>
            <a:srgbClr val="12417F"/>
          </a:solidFill>
          <a:ln w="12700">
            <a:solidFill>
              <a:srgbClr val="12417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92440" y="2057400"/>
            <a:ext cx="731520" cy="731520"/>
          </a:xfrm>
          <a:prstGeom prst="ellipse">
            <a:avLst/>
          </a:prstGeom>
          <a:solidFill>
            <a:srgbClr val="2E8B45"/>
          </a:solidFill>
          <a:ln w="12700">
            <a:solidFill>
              <a:srgbClr val="2E8B45"/>
            </a:solidFill>
            <a:prstDash val="solid"/>
          </a:ln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2635" y="2247595"/>
            <a:ext cx="351130" cy="35113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8092440" y="2926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response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8092440" y="3520440"/>
            <a:ext cx="3246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rolling demand measure with a seasonal index, then compare forecast demand with inventory to flag risk and recommend an action.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Business Impact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snapshot as of 30 Jan 2024 (100 store × SKU pairs)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19202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pairs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860243"/>
            <a:ext cx="237744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Risk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64992" y="178308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456432" y="19202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285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3502152" y="2860243"/>
            <a:ext cx="237744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short (reorder)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81344" y="178308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272784" y="19202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0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pairs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6318504" y="2860243"/>
            <a:ext cx="237744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Overstock Risk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97696" y="178308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089136" y="19202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0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15,351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9134856" y="2860243"/>
            <a:ext cx="237744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on hand (hold)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11091672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4023360"/>
            <a:ext cx="10424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risk means potential lost sales and poor customer availability.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Overstock risk means capital tied up in inventory beyond expected demand.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turns both risks into reorder, transfer, or hold decisions.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Problem Statement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concise project objective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91672" cy="2743200"/>
          </a:xfrm>
          <a:prstGeom prst="roundRect">
            <a:avLst>
              <a:gd name="adj" fmla="val 3333"/>
            </a:avLst>
          </a:prstGeom>
          <a:solidFill>
            <a:srgbClr val="12417F"/>
          </a:solidFill>
          <a:ln w="12700">
            <a:solidFill>
              <a:srgbClr val="12417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005840" y="2011680"/>
            <a:ext cx="10149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SKU-level demand forecasting dashboard that flags stockout and overstock risk per store and recommends reorder / transfer actions.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480060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5120640"/>
            <a:ext cx="731520" cy="731520"/>
          </a:xfrm>
          <a:prstGeom prst="ellipse">
            <a:avLst/>
          </a:prstGeom>
          <a:solidFill>
            <a:srgbClr val="12417F"/>
          </a:solidFill>
          <a:ln w="12700">
            <a:solidFill>
              <a:srgbClr val="12417F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" y="5310835"/>
            <a:ext cx="351130" cy="35113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737360" y="48006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SKU-level demand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297680" y="480060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0" y="5120640"/>
            <a:ext cx="731520" cy="73152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195" y="5310835"/>
            <a:ext cx="351130" cy="35113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486400" y="48006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risk per store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8046720" y="480060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21040" y="5120640"/>
            <a:ext cx="731520" cy="731520"/>
          </a:xfrm>
          <a:prstGeom prst="ellipse">
            <a:avLst/>
          </a:prstGeom>
          <a:solidFill>
            <a:srgbClr val="2E8B45"/>
          </a:solidFill>
          <a:ln w="12700">
            <a:solidFill>
              <a:srgbClr val="2E8B45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1235" y="5310835"/>
            <a:ext cx="351130" cy="35113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235440" y="48006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reorder / transfer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Business Objectives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goals, with the current dashboard baseline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566160" cy="438912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1965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4A5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06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24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 stockout-risk pairs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840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of 100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709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at stockout risk today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297680" y="1783080"/>
            <a:ext cx="3566160" cy="438912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572000" y="1965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4A5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606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24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 overstock-risk pairs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840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0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of 100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4709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at overstock risk today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046720" y="1783080"/>
            <a:ext cx="3566160" cy="438912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321040" y="1965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4A5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606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24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forecast bias near zero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3840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E8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0.62%</a:t>
            </a:r>
            <a:endParaRPr lang="en-US" sz="44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4709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forecast bias today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 Functional Requirements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solution must do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46811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075688"/>
            <a:ext cx="694944" cy="694944"/>
          </a:xfrm>
          <a:prstGeom prst="ellipse">
            <a:avLst/>
          </a:prstGeom>
          <a:solidFill>
            <a:srgbClr val="12417F"/>
          </a:solidFill>
          <a:ln w="12700">
            <a:solidFill>
              <a:srgbClr val="12417F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45" y="2256373"/>
            <a:ext cx="333573" cy="33357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783080" y="1783080"/>
            <a:ext cx="39593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demand per SKU and store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172200" y="1783080"/>
            <a:ext cx="546811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46520" y="2075688"/>
            <a:ext cx="694944" cy="694944"/>
          </a:xfrm>
          <a:prstGeom prst="ellipse">
            <a:avLst/>
          </a:prstGeom>
          <a:solidFill>
            <a:srgbClr val="12417F"/>
          </a:solidFill>
          <a:ln w="12700">
            <a:solidFill>
              <a:srgbClr val="12417F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205" y="2256373"/>
            <a:ext cx="333573" cy="33357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406640" y="1783080"/>
            <a:ext cx="39593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Stockout, Stockout Risk, Overstock Risk, or Healthy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548640" y="3246120"/>
            <a:ext cx="546811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3538728"/>
            <a:ext cx="694944" cy="694944"/>
          </a:xfrm>
          <a:prstGeom prst="ellipse">
            <a:avLst/>
          </a:prstGeom>
          <a:solidFill>
            <a:srgbClr val="12417F"/>
          </a:solidFill>
          <a:ln w="12700">
            <a:solidFill>
              <a:srgbClr val="12417F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645" y="3719413"/>
            <a:ext cx="333573" cy="33357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783080" y="3246120"/>
            <a:ext cx="39593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Reorder / Transfer In, Hold Orders / Transfer Out, or No Action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6172200" y="3246120"/>
            <a:ext cx="546811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3538728"/>
            <a:ext cx="694944" cy="694944"/>
          </a:xfrm>
          <a:prstGeom prst="ellipse">
            <a:avLst/>
          </a:prstGeom>
          <a:solidFill>
            <a:srgbClr val="12417F"/>
          </a:solidFill>
          <a:ln w="12700">
            <a:solidFill>
              <a:srgbClr val="12417F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7205" y="3719413"/>
            <a:ext cx="333573" cy="33357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06640" y="3246120"/>
            <a:ext cx="39593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inventory risk on a map and by category</a:t>
            </a:r>
            <a:endParaRPr lang="en-US" sz="1700" dirty="0"/>
          </a:p>
        </p:txBody>
      </p:sp>
      <p:sp>
        <p:nvSpPr>
          <p:cNvPr id="23" name="Shape 17"/>
          <p:cNvSpPr/>
          <p:nvPr/>
        </p:nvSpPr>
        <p:spPr>
          <a:xfrm>
            <a:off x="548640" y="470916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22960" y="5001768"/>
            <a:ext cx="694944" cy="694944"/>
          </a:xfrm>
          <a:prstGeom prst="ellipse">
            <a:avLst/>
          </a:prstGeom>
          <a:solidFill>
            <a:srgbClr val="12417F"/>
          </a:solidFill>
          <a:ln w="12700">
            <a:solidFill>
              <a:srgbClr val="12417F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3645" y="5182453"/>
            <a:ext cx="333573" cy="33357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783080" y="4709160"/>
            <a:ext cx="9582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reorder-priority and hold-list views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 Non-Functional Requirements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and maintainability expectations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rgbClr val="12417F"/>
          </a:solidFill>
          <a:ln w="12700">
            <a:solidFill>
              <a:srgbClr val="12417F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218998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737360" y="2011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4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Refreshable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8803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source data can flow through the Excel → Tableau pipeline.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297680" y="178308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0" y="2011680"/>
            <a:ext cx="685800" cy="685800"/>
          </a:xfrm>
          <a:prstGeom prst="ellipse">
            <a:avLst/>
          </a:prstGeom>
          <a:solidFill>
            <a:srgbClr val="12417F"/>
          </a:solidFill>
          <a:ln w="12700">
            <a:solidFill>
              <a:srgbClr val="12417F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308" y="218998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486400" y="2011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4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Filterable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28803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let managers slice the same dashboard views.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8046720" y="178308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21040" y="2011680"/>
            <a:ext cx="685800" cy="685800"/>
          </a:xfrm>
          <a:prstGeom prst="ellipse">
            <a:avLst/>
          </a:prstGeom>
          <a:solidFill>
            <a:srgbClr val="12417F"/>
          </a:solidFill>
          <a:ln w="12700">
            <a:solidFill>
              <a:srgbClr val="12417F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9348" y="218998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235440" y="2011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4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Readable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28803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risk status and KPI tiles make it clear at a glance.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4663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4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filters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548640" y="5166360"/>
            <a:ext cx="1783080" cy="822960"/>
          </a:xfrm>
          <a:prstGeom prst="roundRect">
            <a:avLst>
              <a:gd name="adj" fmla="val 11111"/>
            </a:avLst>
          </a:prstGeom>
          <a:solidFill>
            <a:srgbClr val="12417F"/>
          </a:solidFill>
          <a:ln w="12700">
            <a:solidFill>
              <a:srgbClr val="12417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594360" y="51663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Status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2423160" y="5166360"/>
            <a:ext cx="1783080" cy="822960"/>
          </a:xfrm>
          <a:prstGeom prst="roundRect">
            <a:avLst>
              <a:gd name="adj" fmla="val 11111"/>
            </a:avLst>
          </a:prstGeom>
          <a:solidFill>
            <a:srgbClr val="12417F"/>
          </a:solidFill>
          <a:ln w="12700">
            <a:solidFill>
              <a:srgbClr val="12417F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2468880" y="51663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4297680" y="5166360"/>
            <a:ext cx="1783080" cy="822960"/>
          </a:xfrm>
          <a:prstGeom prst="roundRect">
            <a:avLst>
              <a:gd name="adj" fmla="val 11111"/>
            </a:avLst>
          </a:prstGeom>
          <a:solidFill>
            <a:srgbClr val="12417F"/>
          </a:solidFill>
          <a:ln w="12700">
            <a:solidFill>
              <a:srgbClr val="12417F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4343400" y="51663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6172200" y="5166360"/>
            <a:ext cx="1783080" cy="822960"/>
          </a:xfrm>
          <a:prstGeom prst="roundRect">
            <a:avLst>
              <a:gd name="adj" fmla="val 11111"/>
            </a:avLst>
          </a:prstGeom>
          <a:solidFill>
            <a:srgbClr val="12417F"/>
          </a:solidFill>
          <a:ln w="12700">
            <a:solidFill>
              <a:srgbClr val="12417F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217920" y="51663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8046720" y="5166360"/>
            <a:ext cx="1783080" cy="822960"/>
          </a:xfrm>
          <a:prstGeom prst="roundRect">
            <a:avLst>
              <a:gd name="adj" fmla="val 11111"/>
            </a:avLst>
          </a:prstGeom>
          <a:solidFill>
            <a:srgbClr val="12417F"/>
          </a:solidFill>
          <a:ln w="12700">
            <a:solidFill>
              <a:srgbClr val="12417F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8092440" y="51663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Risk Status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9921240" y="5166360"/>
            <a:ext cx="1783080" cy="822960"/>
          </a:xfrm>
          <a:prstGeom prst="roundRect">
            <a:avLst>
              <a:gd name="adj" fmla="val 11111"/>
            </a:avLst>
          </a:prstGeom>
          <a:solidFill>
            <a:srgbClr val="12417F"/>
          </a:solidFill>
          <a:ln w="12700">
            <a:solidFill>
              <a:srgbClr val="12417F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9966960" y="51663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Condition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 Data Required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structure and validation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19202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4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76,000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33472"/>
            <a:ext cx="2377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64992" y="178308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456432" y="19202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4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502152" y="2633472"/>
            <a:ext cx="2377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81344" y="178308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272784" y="19202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4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 2022 – Jan 2024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318504" y="2633472"/>
            <a:ext cx="2377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97696" y="178308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089136" y="19202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4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× 20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9134856" y="2633472"/>
            <a:ext cx="2377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× SKUs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676656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68680" y="3566160"/>
            <a:ext cx="6172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Core: Date, Store ID, Product ID, Category, Region, Inventory Level, Units Sold, Units Ordered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Price, Discount, Promotion, Competitor Pricing, Weather Condition, Seasonality, Epidemic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and forecasting inputs: Demand, Rolling 30 Day Avg Demand, Seasonal Index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589520" y="3383280"/>
            <a:ext cx="4050792" cy="2788920"/>
          </a:xfrm>
          <a:prstGeom prst="roundRect">
            <a:avLst>
              <a:gd name="adj" fmla="val 3279"/>
            </a:avLst>
          </a:prstGeom>
          <a:solidFill>
            <a:srgbClr val="12417F"/>
          </a:solidFill>
          <a:ln w="12700">
            <a:solidFill>
              <a:srgbClr val="12417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863840" y="3566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402336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Kaggle dataset "Retail Store Inventory and Demand Forecasting" (sales_data.csv). It is a practice / synthetic dataset used for this assignment, not real company data.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 Suggested Tech Stack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split of responsibilities between the two tools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468112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rgbClr val="2E8B45"/>
          </a:solidFill>
          <a:ln w="12700">
            <a:solidFill>
              <a:srgbClr val="2E8B45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" y="2201875"/>
            <a:ext cx="351130" cy="35113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737360" y="20116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8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— Power Query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9260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and validation: data types, categorical values, binary flags, and business-rule checks.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172200" y="1783080"/>
            <a:ext cx="5468112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46520" y="2011680"/>
            <a:ext cx="731520" cy="731520"/>
          </a:xfrm>
          <a:prstGeom prst="ellipse">
            <a:avLst/>
          </a:prstGeom>
          <a:solidFill>
            <a:srgbClr val="12417F"/>
          </a:solidFill>
          <a:ln w="12700">
            <a:solidFill>
              <a:srgbClr val="12417F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6715" y="2201875"/>
            <a:ext cx="351130" cy="35113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360920" y="20116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4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6446520" y="29260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fields, demand forecast logic, inventory-risk classification, KPIs, visual analytics, and dashboards.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4663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4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548640" y="5120640"/>
            <a:ext cx="32918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77240" y="5349240"/>
            <a:ext cx="594360" cy="594360"/>
          </a:xfrm>
          <a:prstGeom prst="ellipse">
            <a:avLst/>
          </a:prstGeom>
          <a:solidFill>
            <a:srgbClr val="C0492B"/>
          </a:solidFill>
          <a:ln w="12700">
            <a:solidFill>
              <a:srgbClr val="C0492B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774" y="5503774"/>
            <a:ext cx="285293" cy="285293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554480" y="512064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 presentation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3840480" y="512064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4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3" name="Shape 18"/>
          <p:cNvSpPr/>
          <p:nvPr/>
        </p:nvSpPr>
        <p:spPr>
          <a:xfrm>
            <a:off x="4297680" y="5120640"/>
            <a:ext cx="32918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526280" y="5349240"/>
            <a:ext cx="594360" cy="594360"/>
          </a:xfrm>
          <a:prstGeom prst="ellipse">
            <a:avLst/>
          </a:prstGeom>
          <a:solidFill>
            <a:srgbClr val="24292F"/>
          </a:solidFill>
          <a:ln w="12700">
            <a:solidFill>
              <a:srgbClr val="24292F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0814" y="5503774"/>
            <a:ext cx="285293" cy="285293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5303520" y="512064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7589520" y="512064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4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8" name="Shape 22"/>
          <p:cNvSpPr/>
          <p:nvPr/>
        </p:nvSpPr>
        <p:spPr>
          <a:xfrm>
            <a:off x="8046720" y="5120640"/>
            <a:ext cx="32918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275320" y="5349240"/>
            <a:ext cx="594360" cy="594360"/>
          </a:xfrm>
          <a:prstGeom prst="ellipse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9854" y="5503774"/>
            <a:ext cx="285293" cy="285293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052560" y="512064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showcase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 AI/ML Concepts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moving-average forecast with a seasonal adjustment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rgbClr val="12417F"/>
          </a:solidFill>
          <a:ln w="12700">
            <a:solidFill>
              <a:srgbClr val="12417F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218998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737360" y="2011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4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method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92608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= Rolling 30 Day Avg Demand × Seasonal Index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297680" y="178308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0" y="2011680"/>
            <a:ext cx="685800" cy="6858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308" y="218998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486400" y="2011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logic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292608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Risk if inventory &lt; 1 day of forecast; Overstock Risk if &gt; 4 days; otherwise Healthy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8046720" y="178308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21040" y="2011680"/>
            <a:ext cx="685800" cy="685800"/>
          </a:xfrm>
          <a:prstGeom prst="ellipse">
            <a:avLst/>
          </a:prstGeom>
          <a:solidFill>
            <a:srgbClr val="2E8B45"/>
          </a:solidFill>
          <a:ln w="12700">
            <a:solidFill>
              <a:srgbClr val="2E8B45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9348" y="218998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235440" y="2011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8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292608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Bias % = SUM(Forecast) ÷ SUM(Demand) − 1  →  0.62%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548640" y="521208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12417F"/>
          </a:solidFill>
          <a:ln w="12700">
            <a:solidFill>
              <a:srgbClr val="12417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868680" y="521208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 is in-sample: it is calculated on the same historical data, so bias shows how well the method fits, not future accuracy.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 KPIs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pic>
        <p:nvPicPr>
          <p:cNvPr id="2" name="Image 0">
            <a:extLst>
              <a:ext uri="{FF2B5EF4-FFF2-40B4-BE49-F238E27FC236}">
                <a16:creationId xmlns:a16="http://schemas.microsoft.com/office/drawing/2014/main" id="{74587B6C-85F4-A572-D973-C07A2050FB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188720"/>
            <a:ext cx="11091672" cy="525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 Business Outcome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dashboard supports inventory decisions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749040" cy="914400"/>
          </a:xfrm>
          <a:prstGeom prst="chevron">
            <a:avLst/>
          </a:prstGeom>
          <a:solidFill>
            <a:srgbClr val="12417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1783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749040" cy="914400"/>
          </a:xfrm>
          <a:prstGeom prst="chevron">
            <a:avLst/>
          </a:prstGeom>
          <a:solidFill>
            <a:srgbClr val="E0A1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783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046720" y="1783080"/>
            <a:ext cx="3749040" cy="914400"/>
          </a:xfrm>
          <a:prstGeom prst="chevron">
            <a:avLst/>
          </a:prstGeom>
          <a:solidFill>
            <a:srgbClr val="2E8B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95360" y="1783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67665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3200400"/>
            <a:ext cx="6172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store × SKU pairs that need attention faster.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reorder / transfer-in cases from hold / transfer-out cases.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potential lost sales from insufficient inventory.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excess inventory exposure by identifying hold candidates.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89520" y="2971800"/>
            <a:ext cx="4050792" cy="3200400"/>
          </a:xfrm>
          <a:prstGeom prst="roundRect">
            <a:avLst>
              <a:gd name="adj" fmla="val 2857"/>
            </a:avLst>
          </a:prstGeom>
          <a:solidFill>
            <a:srgbClr val="12417F"/>
          </a:solidFill>
          <a:ln w="12700">
            <a:solidFill>
              <a:srgbClr val="12417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863840" y="3154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first, buy second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3703320"/>
            <a:ext cx="3520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SKUs are red in one store and orange in another. Moving stock covers 169 of the 285 units short; the other 116 need a normal reorder.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E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24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 Project Workflow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business decision support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7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591056"/>
            <a:ext cx="11091672" cy="47183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E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24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 Tableau Dashboard — Overview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inventory monitoring and demand forecast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pic>
        <p:nvPicPr>
          <p:cNvPr id="7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591056"/>
            <a:ext cx="11091671" cy="48554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E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4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 Tableau Dashboard — Recommendation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× SKU action map, reorder priority, and hold list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pic>
        <p:nvPicPr>
          <p:cNvPr id="7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591056"/>
            <a:ext cx="11091672" cy="48554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A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5544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Inventory Forecast Dashboard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393192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4206240"/>
            <a:ext cx="640080" cy="640080"/>
          </a:xfrm>
          <a:prstGeom prst="ellipse">
            <a:avLst/>
          </a:prstGeom>
          <a:solidFill>
            <a:srgbClr val="12417F"/>
          </a:solidFill>
          <a:ln w="12700">
            <a:solidFill>
              <a:srgbClr val="12417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1" y="43726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4206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41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49377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future SKU-level demand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389120" y="393192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7720" y="4206240"/>
            <a:ext cx="640080" cy="64008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4141" y="437266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40680" y="4206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49377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stockout &amp; overstock risk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046720" y="393192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75320" y="4206240"/>
            <a:ext cx="640080" cy="640080"/>
          </a:xfrm>
          <a:prstGeom prst="ellipse">
            <a:avLst/>
          </a:prstGeom>
          <a:solidFill>
            <a:srgbClr val="2E8B45"/>
          </a:solidFill>
          <a:ln w="12700">
            <a:solidFill>
              <a:srgbClr val="2E8B45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1741" y="437266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98280" y="4206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8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49377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0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Reorder, transfer, or hold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1232</Words>
  <Application>Microsoft Office PowerPoint</Application>
  <PresentationFormat>Widescreen</PresentationFormat>
  <Paragraphs>231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- Inventory Forecast Dashboard</dc:title>
  <dc:subject>PptxGenJS Presentation</dc:subject>
  <dc:creator>PptxGenJS</dc:creator>
  <cp:lastModifiedBy>JEISA MATHEW</cp:lastModifiedBy>
  <cp:revision>1</cp:revision>
  <dcterms:created xsi:type="dcterms:W3CDTF">2026-09-24T17:52:06Z</dcterms:created>
  <dcterms:modified xsi:type="dcterms:W3CDTF">2026-09-28T14:29:25Z</dcterms:modified>
</cp:coreProperties>
</file>