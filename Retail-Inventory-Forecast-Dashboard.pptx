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ISA MATHEW" userId="05ebb031b9311ef8" providerId="LiveId" clId="{0B5BADA0-EADF-41A1-AAFD-3B897C5B0FA5}"/>
    <pc:docChg chg="undo custSel modSld">
      <pc:chgData name="JEISA MATHEW" userId="05ebb031b9311ef8" providerId="LiveId" clId="{0B5BADA0-EADF-41A1-AAFD-3B897C5B0FA5}" dt="2026-09-25T04:53:36.820" v="102" actId="14100"/>
      <pc:docMkLst>
        <pc:docMk/>
      </pc:docMkLst>
      <pc:sldChg chg="delSp modSp mod">
        <pc:chgData name="JEISA MATHEW" userId="05ebb031b9311ef8" providerId="LiveId" clId="{0B5BADA0-EADF-41A1-AAFD-3B897C5B0FA5}" dt="2026-09-24T18:36:47.792" v="10" actId="1076"/>
        <pc:sldMkLst>
          <pc:docMk/>
          <pc:sldMk cId="0" sldId="256"/>
        </pc:sldMkLst>
        <pc:spChg chg="del">
          <ac:chgData name="JEISA MATHEW" userId="05ebb031b9311ef8" providerId="LiveId" clId="{0B5BADA0-EADF-41A1-AAFD-3B897C5B0FA5}" dt="2026-09-24T18:35:57.933" v="0" actId="478"/>
          <ac:spMkLst>
            <pc:docMk/>
            <pc:sldMk cId="0" sldId="256"/>
            <ac:spMk id="2" creationId="{00000000-0000-0000-0000-000000000000}"/>
          </ac:spMkLst>
        </pc:spChg>
        <pc:spChg chg="del">
          <ac:chgData name="JEISA MATHEW" userId="05ebb031b9311ef8" providerId="LiveId" clId="{0B5BADA0-EADF-41A1-AAFD-3B897C5B0FA5}" dt="2026-09-24T18:36:05.682" v="1" actId="478"/>
          <ac:spMkLst>
            <pc:docMk/>
            <pc:sldMk cId="0" sldId="256"/>
            <ac:spMk id="5" creationId="{00000000-0000-0000-0000-000000000000}"/>
          </ac:spMkLst>
        </pc:spChg>
        <pc:spChg chg="mod">
          <ac:chgData name="JEISA MATHEW" userId="05ebb031b9311ef8" providerId="LiveId" clId="{0B5BADA0-EADF-41A1-AAFD-3B897C5B0FA5}" dt="2026-09-24T18:36:47.792" v="10" actId="1076"/>
          <ac:spMkLst>
            <pc:docMk/>
            <pc:sldMk cId="0" sldId="256"/>
            <ac:spMk id="6" creationId="{00000000-0000-0000-0000-000000000000}"/>
          </ac:spMkLst>
        </pc:spChg>
        <pc:spChg chg="del">
          <ac:chgData name="JEISA MATHEW" userId="05ebb031b9311ef8" providerId="LiveId" clId="{0B5BADA0-EADF-41A1-AAFD-3B897C5B0FA5}" dt="2026-09-24T18:36:12.338" v="2" actId="478"/>
          <ac:spMkLst>
            <pc:docMk/>
            <pc:sldMk cId="0" sldId="256"/>
            <ac:spMk id="7" creationId="{00000000-0000-0000-0000-000000000000}"/>
          </ac:spMkLst>
        </pc:spChg>
        <pc:spChg chg="del">
          <ac:chgData name="JEISA MATHEW" userId="05ebb031b9311ef8" providerId="LiveId" clId="{0B5BADA0-EADF-41A1-AAFD-3B897C5B0FA5}" dt="2026-09-24T18:36:15.742" v="3" actId="478"/>
          <ac:spMkLst>
            <pc:docMk/>
            <pc:sldMk cId="0" sldId="256"/>
            <ac:spMk id="8" creationId="{00000000-0000-0000-0000-000000000000}"/>
          </ac:spMkLst>
        </pc:spChg>
        <pc:spChg chg="del">
          <ac:chgData name="JEISA MATHEW" userId="05ebb031b9311ef8" providerId="LiveId" clId="{0B5BADA0-EADF-41A1-AAFD-3B897C5B0FA5}" dt="2026-09-24T18:36:21.351" v="5" actId="478"/>
          <ac:spMkLst>
            <pc:docMk/>
            <pc:sldMk cId="0" sldId="256"/>
            <ac:spMk id="9" creationId="{00000000-0000-0000-0000-000000000000}"/>
          </ac:spMkLst>
        </pc:spChg>
        <pc:spChg chg="del">
          <ac:chgData name="JEISA MATHEW" userId="05ebb031b9311ef8" providerId="LiveId" clId="{0B5BADA0-EADF-41A1-AAFD-3B897C5B0FA5}" dt="2026-09-24T18:36:18.996" v="4" actId="478"/>
          <ac:spMkLst>
            <pc:docMk/>
            <pc:sldMk cId="0" sldId="256"/>
            <ac:spMk id="10" creationId="{00000000-0000-0000-0000-000000000000}"/>
          </ac:spMkLst>
        </pc:spChg>
        <pc:spChg chg="del">
          <ac:chgData name="JEISA MATHEW" userId="05ebb031b9311ef8" providerId="LiveId" clId="{0B5BADA0-EADF-41A1-AAFD-3B897C5B0FA5}" dt="2026-09-24T18:36:30.395" v="8" actId="478"/>
          <ac:spMkLst>
            <pc:docMk/>
            <pc:sldMk cId="0" sldId="256"/>
            <ac:spMk id="11" creationId="{00000000-0000-0000-0000-000000000000}"/>
          </ac:spMkLst>
        </pc:spChg>
        <pc:spChg chg="del mod">
          <ac:chgData name="JEISA MATHEW" userId="05ebb031b9311ef8" providerId="LiveId" clId="{0B5BADA0-EADF-41A1-AAFD-3B897C5B0FA5}" dt="2026-09-24T18:36:28.420" v="7" actId="478"/>
          <ac:spMkLst>
            <pc:docMk/>
            <pc:sldMk cId="0" sldId="256"/>
            <ac:spMk id="12" creationId="{00000000-0000-0000-0000-000000000000}"/>
          </ac:spMkLst>
        </pc:spChg>
      </pc:sldChg>
      <pc:sldChg chg="delSp mod">
        <pc:chgData name="JEISA MATHEW" userId="05ebb031b9311ef8" providerId="LiveId" clId="{0B5BADA0-EADF-41A1-AAFD-3B897C5B0FA5}" dt="2026-09-25T04:12:50.604" v="46" actId="478"/>
        <pc:sldMkLst>
          <pc:docMk/>
          <pc:sldMk cId="0" sldId="257"/>
        </pc:sldMkLst>
        <pc:spChg chg="del">
          <ac:chgData name="JEISA MATHEW" userId="05ebb031b9311ef8" providerId="LiveId" clId="{0B5BADA0-EADF-41A1-AAFD-3B897C5B0FA5}" dt="2026-09-25T04:12:50.604" v="46" actId="478"/>
          <ac:spMkLst>
            <pc:docMk/>
            <pc:sldMk cId="0" sldId="257"/>
            <ac:spMk id="5" creationId="{00000000-0000-0000-0000-000000000000}"/>
          </ac:spMkLst>
        </pc:spChg>
      </pc:sldChg>
      <pc:sldChg chg="delSp mod">
        <pc:chgData name="JEISA MATHEW" userId="05ebb031b9311ef8" providerId="LiveId" clId="{0B5BADA0-EADF-41A1-AAFD-3B897C5B0FA5}" dt="2026-09-25T04:12:55.214" v="47" actId="478"/>
        <pc:sldMkLst>
          <pc:docMk/>
          <pc:sldMk cId="0" sldId="258"/>
        </pc:sldMkLst>
        <pc:spChg chg="del">
          <ac:chgData name="JEISA MATHEW" userId="05ebb031b9311ef8" providerId="LiveId" clId="{0B5BADA0-EADF-41A1-AAFD-3B897C5B0FA5}" dt="2026-09-24T18:37:11.062" v="11" actId="478"/>
          <ac:spMkLst>
            <pc:docMk/>
            <pc:sldMk cId="0" sldId="258"/>
            <ac:spMk id="2" creationId="{00000000-0000-0000-0000-000000000000}"/>
          </ac:spMkLst>
        </pc:spChg>
        <pc:spChg chg="del">
          <ac:chgData name="JEISA MATHEW" userId="05ebb031b9311ef8" providerId="LiveId" clId="{0B5BADA0-EADF-41A1-AAFD-3B897C5B0FA5}" dt="2026-09-25T04:12:55.214" v="47" actId="478"/>
          <ac:spMkLst>
            <pc:docMk/>
            <pc:sldMk cId="0" sldId="258"/>
            <ac:spMk id="5" creationId="{00000000-0000-0000-0000-000000000000}"/>
          </ac:spMkLst>
        </pc:spChg>
      </pc:sldChg>
      <pc:sldChg chg="delSp mod">
        <pc:chgData name="JEISA MATHEW" userId="05ebb031b9311ef8" providerId="LiveId" clId="{0B5BADA0-EADF-41A1-AAFD-3B897C5B0FA5}" dt="2026-09-25T04:12:58.646" v="48" actId="478"/>
        <pc:sldMkLst>
          <pc:docMk/>
          <pc:sldMk cId="0" sldId="259"/>
        </pc:sldMkLst>
        <pc:spChg chg="del">
          <ac:chgData name="JEISA MATHEW" userId="05ebb031b9311ef8" providerId="LiveId" clId="{0B5BADA0-EADF-41A1-AAFD-3B897C5B0FA5}" dt="2026-09-24T18:37:15.112" v="12" actId="478"/>
          <ac:spMkLst>
            <pc:docMk/>
            <pc:sldMk cId="0" sldId="259"/>
            <ac:spMk id="2" creationId="{00000000-0000-0000-0000-000000000000}"/>
          </ac:spMkLst>
        </pc:spChg>
        <pc:spChg chg="del">
          <ac:chgData name="JEISA MATHEW" userId="05ebb031b9311ef8" providerId="LiveId" clId="{0B5BADA0-EADF-41A1-AAFD-3B897C5B0FA5}" dt="2026-09-25T04:12:58.646" v="48" actId="478"/>
          <ac:spMkLst>
            <pc:docMk/>
            <pc:sldMk cId="0" sldId="259"/>
            <ac:spMk id="5" creationId="{00000000-0000-0000-0000-000000000000}"/>
          </ac:spMkLst>
        </pc:spChg>
      </pc:sldChg>
      <pc:sldChg chg="delSp modSp mod">
        <pc:chgData name="JEISA MATHEW" userId="05ebb031b9311ef8" providerId="LiveId" clId="{0B5BADA0-EADF-41A1-AAFD-3B897C5B0FA5}" dt="2026-09-25T04:13:03.116" v="50" actId="478"/>
        <pc:sldMkLst>
          <pc:docMk/>
          <pc:sldMk cId="0" sldId="260"/>
        </pc:sldMkLst>
        <pc:spChg chg="del">
          <ac:chgData name="JEISA MATHEW" userId="05ebb031b9311ef8" providerId="LiveId" clId="{0B5BADA0-EADF-41A1-AAFD-3B897C5B0FA5}" dt="2026-09-24T18:37:20.312" v="13" actId="478"/>
          <ac:spMkLst>
            <pc:docMk/>
            <pc:sldMk cId="0" sldId="260"/>
            <ac:spMk id="2" creationId="{00000000-0000-0000-0000-000000000000}"/>
          </ac:spMkLst>
        </pc:spChg>
        <pc:spChg chg="del mod">
          <ac:chgData name="JEISA MATHEW" userId="05ebb031b9311ef8" providerId="LiveId" clId="{0B5BADA0-EADF-41A1-AAFD-3B897C5B0FA5}" dt="2026-09-25T04:13:03.116" v="50" actId="478"/>
          <ac:spMkLst>
            <pc:docMk/>
            <pc:sldMk cId="0" sldId="260"/>
            <ac:spMk id="5" creationId="{00000000-0000-0000-0000-000000000000}"/>
          </ac:spMkLst>
        </pc:spChg>
      </pc:sldChg>
      <pc:sldChg chg="delSp mod">
        <pc:chgData name="JEISA MATHEW" userId="05ebb031b9311ef8" providerId="LiveId" clId="{0B5BADA0-EADF-41A1-AAFD-3B897C5B0FA5}" dt="2026-09-25T04:13:06.159" v="51" actId="478"/>
        <pc:sldMkLst>
          <pc:docMk/>
          <pc:sldMk cId="0" sldId="261"/>
        </pc:sldMkLst>
        <pc:spChg chg="del">
          <ac:chgData name="JEISA MATHEW" userId="05ebb031b9311ef8" providerId="LiveId" clId="{0B5BADA0-EADF-41A1-AAFD-3B897C5B0FA5}" dt="2026-09-24T18:37:24.768" v="14" actId="478"/>
          <ac:spMkLst>
            <pc:docMk/>
            <pc:sldMk cId="0" sldId="261"/>
            <ac:spMk id="2" creationId="{00000000-0000-0000-0000-000000000000}"/>
          </ac:spMkLst>
        </pc:spChg>
        <pc:spChg chg="del">
          <ac:chgData name="JEISA MATHEW" userId="05ebb031b9311ef8" providerId="LiveId" clId="{0B5BADA0-EADF-41A1-AAFD-3B897C5B0FA5}" dt="2026-09-25T04:13:06.159" v="51" actId="478"/>
          <ac:spMkLst>
            <pc:docMk/>
            <pc:sldMk cId="0" sldId="261"/>
            <ac:spMk id="5" creationId="{00000000-0000-0000-0000-000000000000}"/>
          </ac:spMkLst>
        </pc:spChg>
      </pc:sldChg>
      <pc:sldChg chg="delSp mod">
        <pc:chgData name="JEISA MATHEW" userId="05ebb031b9311ef8" providerId="LiveId" clId="{0B5BADA0-EADF-41A1-AAFD-3B897C5B0FA5}" dt="2026-09-25T04:13:08.821" v="52" actId="478"/>
        <pc:sldMkLst>
          <pc:docMk/>
          <pc:sldMk cId="0" sldId="262"/>
        </pc:sldMkLst>
        <pc:spChg chg="del">
          <ac:chgData name="JEISA MATHEW" userId="05ebb031b9311ef8" providerId="LiveId" clId="{0B5BADA0-EADF-41A1-AAFD-3B897C5B0FA5}" dt="2026-09-24T18:37:30.226" v="15" actId="478"/>
          <ac:spMkLst>
            <pc:docMk/>
            <pc:sldMk cId="0" sldId="262"/>
            <ac:spMk id="2" creationId="{00000000-0000-0000-0000-000000000000}"/>
          </ac:spMkLst>
        </pc:spChg>
        <pc:spChg chg="del">
          <ac:chgData name="JEISA MATHEW" userId="05ebb031b9311ef8" providerId="LiveId" clId="{0B5BADA0-EADF-41A1-AAFD-3B897C5B0FA5}" dt="2026-09-25T04:13:08.821" v="52" actId="478"/>
          <ac:spMkLst>
            <pc:docMk/>
            <pc:sldMk cId="0" sldId="262"/>
            <ac:spMk id="5" creationId="{00000000-0000-0000-0000-000000000000}"/>
          </ac:spMkLst>
        </pc:spChg>
      </pc:sldChg>
      <pc:sldChg chg="delSp modSp mod">
        <pc:chgData name="JEISA MATHEW" userId="05ebb031b9311ef8" providerId="LiveId" clId="{0B5BADA0-EADF-41A1-AAFD-3B897C5B0FA5}" dt="2026-09-25T04:13:11.577" v="53" actId="478"/>
        <pc:sldMkLst>
          <pc:docMk/>
          <pc:sldMk cId="0" sldId="263"/>
        </pc:sldMkLst>
        <pc:spChg chg="del mod">
          <ac:chgData name="JEISA MATHEW" userId="05ebb031b9311ef8" providerId="LiveId" clId="{0B5BADA0-EADF-41A1-AAFD-3B897C5B0FA5}" dt="2026-09-24T18:37:38.459" v="17" actId="478"/>
          <ac:spMkLst>
            <pc:docMk/>
            <pc:sldMk cId="0" sldId="263"/>
            <ac:spMk id="2" creationId="{00000000-0000-0000-0000-000000000000}"/>
          </ac:spMkLst>
        </pc:spChg>
        <pc:spChg chg="del">
          <ac:chgData name="JEISA MATHEW" userId="05ebb031b9311ef8" providerId="LiveId" clId="{0B5BADA0-EADF-41A1-AAFD-3B897C5B0FA5}" dt="2026-09-25T04:13:11.577" v="53" actId="478"/>
          <ac:spMkLst>
            <pc:docMk/>
            <pc:sldMk cId="0" sldId="263"/>
            <ac:spMk id="5" creationId="{00000000-0000-0000-0000-000000000000}"/>
          </ac:spMkLst>
        </pc:spChg>
      </pc:sldChg>
      <pc:sldChg chg="delSp mod">
        <pc:chgData name="JEISA MATHEW" userId="05ebb031b9311ef8" providerId="LiveId" clId="{0B5BADA0-EADF-41A1-AAFD-3B897C5B0FA5}" dt="2026-09-25T04:13:15.873" v="54" actId="478"/>
        <pc:sldMkLst>
          <pc:docMk/>
          <pc:sldMk cId="0" sldId="264"/>
        </pc:sldMkLst>
        <pc:spChg chg="del">
          <ac:chgData name="JEISA MATHEW" userId="05ebb031b9311ef8" providerId="LiveId" clId="{0B5BADA0-EADF-41A1-AAFD-3B897C5B0FA5}" dt="2026-09-24T18:37:42.526" v="18" actId="478"/>
          <ac:spMkLst>
            <pc:docMk/>
            <pc:sldMk cId="0" sldId="264"/>
            <ac:spMk id="2" creationId="{00000000-0000-0000-0000-000000000000}"/>
          </ac:spMkLst>
        </pc:spChg>
        <pc:spChg chg="del">
          <ac:chgData name="JEISA MATHEW" userId="05ebb031b9311ef8" providerId="LiveId" clId="{0B5BADA0-EADF-41A1-AAFD-3B897C5B0FA5}" dt="2026-09-25T04:13:15.873" v="54" actId="478"/>
          <ac:spMkLst>
            <pc:docMk/>
            <pc:sldMk cId="0" sldId="264"/>
            <ac:spMk id="5" creationId="{00000000-0000-0000-0000-000000000000}"/>
          </ac:spMkLst>
        </pc:spChg>
      </pc:sldChg>
      <pc:sldChg chg="delSp mod">
        <pc:chgData name="JEISA MATHEW" userId="05ebb031b9311ef8" providerId="LiveId" clId="{0B5BADA0-EADF-41A1-AAFD-3B897C5B0FA5}" dt="2026-09-25T04:13:19.040" v="55" actId="478"/>
        <pc:sldMkLst>
          <pc:docMk/>
          <pc:sldMk cId="0" sldId="265"/>
        </pc:sldMkLst>
        <pc:spChg chg="del">
          <ac:chgData name="JEISA MATHEW" userId="05ebb031b9311ef8" providerId="LiveId" clId="{0B5BADA0-EADF-41A1-AAFD-3B897C5B0FA5}" dt="2026-09-24T18:37:46.863" v="19" actId="478"/>
          <ac:spMkLst>
            <pc:docMk/>
            <pc:sldMk cId="0" sldId="265"/>
            <ac:spMk id="2" creationId="{00000000-0000-0000-0000-000000000000}"/>
          </ac:spMkLst>
        </pc:spChg>
        <pc:spChg chg="del">
          <ac:chgData name="JEISA MATHEW" userId="05ebb031b9311ef8" providerId="LiveId" clId="{0B5BADA0-EADF-41A1-AAFD-3B897C5B0FA5}" dt="2026-09-25T04:13:19.040" v="55" actId="478"/>
          <ac:spMkLst>
            <pc:docMk/>
            <pc:sldMk cId="0" sldId="265"/>
            <ac:spMk id="5" creationId="{00000000-0000-0000-0000-000000000000}"/>
          </ac:spMkLst>
        </pc:spChg>
      </pc:sldChg>
      <pc:sldChg chg="delSp mod">
        <pc:chgData name="JEISA MATHEW" userId="05ebb031b9311ef8" providerId="LiveId" clId="{0B5BADA0-EADF-41A1-AAFD-3B897C5B0FA5}" dt="2026-09-25T04:13:22.467" v="56" actId="478"/>
        <pc:sldMkLst>
          <pc:docMk/>
          <pc:sldMk cId="0" sldId="266"/>
        </pc:sldMkLst>
        <pc:spChg chg="del">
          <ac:chgData name="JEISA MATHEW" userId="05ebb031b9311ef8" providerId="LiveId" clId="{0B5BADA0-EADF-41A1-AAFD-3B897C5B0FA5}" dt="2026-09-24T18:37:51.441" v="20" actId="478"/>
          <ac:spMkLst>
            <pc:docMk/>
            <pc:sldMk cId="0" sldId="266"/>
            <ac:spMk id="2" creationId="{00000000-0000-0000-0000-000000000000}"/>
          </ac:spMkLst>
        </pc:spChg>
        <pc:spChg chg="del">
          <ac:chgData name="JEISA MATHEW" userId="05ebb031b9311ef8" providerId="LiveId" clId="{0B5BADA0-EADF-41A1-AAFD-3B897C5B0FA5}" dt="2026-09-25T04:13:22.467" v="56" actId="478"/>
          <ac:spMkLst>
            <pc:docMk/>
            <pc:sldMk cId="0" sldId="266"/>
            <ac:spMk id="5" creationId="{00000000-0000-0000-0000-000000000000}"/>
          </ac:spMkLst>
        </pc:spChg>
      </pc:sldChg>
      <pc:sldChg chg="delSp mod">
        <pc:chgData name="JEISA MATHEW" userId="05ebb031b9311ef8" providerId="LiveId" clId="{0B5BADA0-EADF-41A1-AAFD-3B897C5B0FA5}" dt="2026-09-25T04:13:25.432" v="57" actId="478"/>
        <pc:sldMkLst>
          <pc:docMk/>
          <pc:sldMk cId="0" sldId="267"/>
        </pc:sldMkLst>
        <pc:spChg chg="del">
          <ac:chgData name="JEISA MATHEW" userId="05ebb031b9311ef8" providerId="LiveId" clId="{0B5BADA0-EADF-41A1-AAFD-3B897C5B0FA5}" dt="2026-09-24T18:37:55.503" v="21" actId="478"/>
          <ac:spMkLst>
            <pc:docMk/>
            <pc:sldMk cId="0" sldId="267"/>
            <ac:spMk id="2" creationId="{00000000-0000-0000-0000-000000000000}"/>
          </ac:spMkLst>
        </pc:spChg>
        <pc:spChg chg="del">
          <ac:chgData name="JEISA MATHEW" userId="05ebb031b9311ef8" providerId="LiveId" clId="{0B5BADA0-EADF-41A1-AAFD-3B897C5B0FA5}" dt="2026-09-25T04:13:25.432" v="57" actId="478"/>
          <ac:spMkLst>
            <pc:docMk/>
            <pc:sldMk cId="0" sldId="267"/>
            <ac:spMk id="5" creationId="{00000000-0000-0000-0000-000000000000}"/>
          </ac:spMkLst>
        </pc:spChg>
      </pc:sldChg>
      <pc:sldChg chg="delSp mod">
        <pc:chgData name="JEISA MATHEW" userId="05ebb031b9311ef8" providerId="LiveId" clId="{0B5BADA0-EADF-41A1-AAFD-3B897C5B0FA5}" dt="2026-09-25T04:13:28.719" v="58" actId="478"/>
        <pc:sldMkLst>
          <pc:docMk/>
          <pc:sldMk cId="0" sldId="268"/>
        </pc:sldMkLst>
        <pc:spChg chg="del">
          <ac:chgData name="JEISA MATHEW" userId="05ebb031b9311ef8" providerId="LiveId" clId="{0B5BADA0-EADF-41A1-AAFD-3B897C5B0FA5}" dt="2026-09-24T18:38:00.592" v="22" actId="478"/>
          <ac:spMkLst>
            <pc:docMk/>
            <pc:sldMk cId="0" sldId="268"/>
            <ac:spMk id="2" creationId="{00000000-0000-0000-0000-000000000000}"/>
          </ac:spMkLst>
        </pc:spChg>
        <pc:spChg chg="del">
          <ac:chgData name="JEISA MATHEW" userId="05ebb031b9311ef8" providerId="LiveId" clId="{0B5BADA0-EADF-41A1-AAFD-3B897C5B0FA5}" dt="2026-09-25T04:13:28.719" v="58" actId="478"/>
          <ac:spMkLst>
            <pc:docMk/>
            <pc:sldMk cId="0" sldId="268"/>
            <ac:spMk id="5" creationId="{00000000-0000-0000-0000-000000000000}"/>
          </ac:spMkLst>
        </pc:spChg>
      </pc:sldChg>
      <pc:sldChg chg="delSp mod">
        <pc:chgData name="JEISA MATHEW" userId="05ebb031b9311ef8" providerId="LiveId" clId="{0B5BADA0-EADF-41A1-AAFD-3B897C5B0FA5}" dt="2026-09-25T04:13:31.593" v="59" actId="478"/>
        <pc:sldMkLst>
          <pc:docMk/>
          <pc:sldMk cId="0" sldId="269"/>
        </pc:sldMkLst>
        <pc:spChg chg="del">
          <ac:chgData name="JEISA MATHEW" userId="05ebb031b9311ef8" providerId="LiveId" clId="{0B5BADA0-EADF-41A1-AAFD-3B897C5B0FA5}" dt="2026-09-24T18:38:05.039" v="23" actId="478"/>
          <ac:spMkLst>
            <pc:docMk/>
            <pc:sldMk cId="0" sldId="269"/>
            <ac:spMk id="2" creationId="{00000000-0000-0000-0000-000000000000}"/>
          </ac:spMkLst>
        </pc:spChg>
        <pc:spChg chg="del">
          <ac:chgData name="JEISA MATHEW" userId="05ebb031b9311ef8" providerId="LiveId" clId="{0B5BADA0-EADF-41A1-AAFD-3B897C5B0FA5}" dt="2026-09-25T04:13:31.593" v="59" actId="478"/>
          <ac:spMkLst>
            <pc:docMk/>
            <pc:sldMk cId="0" sldId="269"/>
            <ac:spMk id="5" creationId="{00000000-0000-0000-0000-000000000000}"/>
          </ac:spMkLst>
        </pc:spChg>
      </pc:sldChg>
      <pc:sldChg chg="delSp mod">
        <pc:chgData name="JEISA MATHEW" userId="05ebb031b9311ef8" providerId="LiveId" clId="{0B5BADA0-EADF-41A1-AAFD-3B897C5B0FA5}" dt="2026-09-25T04:13:34.590" v="60" actId="478"/>
        <pc:sldMkLst>
          <pc:docMk/>
          <pc:sldMk cId="0" sldId="270"/>
        </pc:sldMkLst>
        <pc:spChg chg="del">
          <ac:chgData name="JEISA MATHEW" userId="05ebb031b9311ef8" providerId="LiveId" clId="{0B5BADA0-EADF-41A1-AAFD-3B897C5B0FA5}" dt="2026-09-24T18:38:08.666" v="24" actId="478"/>
          <ac:spMkLst>
            <pc:docMk/>
            <pc:sldMk cId="0" sldId="270"/>
            <ac:spMk id="2" creationId="{00000000-0000-0000-0000-000000000000}"/>
          </ac:spMkLst>
        </pc:spChg>
        <pc:spChg chg="del">
          <ac:chgData name="JEISA MATHEW" userId="05ebb031b9311ef8" providerId="LiveId" clId="{0B5BADA0-EADF-41A1-AAFD-3B897C5B0FA5}" dt="2026-09-25T04:13:34.590" v="60" actId="478"/>
          <ac:spMkLst>
            <pc:docMk/>
            <pc:sldMk cId="0" sldId="270"/>
            <ac:spMk id="5" creationId="{00000000-0000-0000-0000-000000000000}"/>
          </ac:spMkLst>
        </pc:spChg>
      </pc:sldChg>
      <pc:sldChg chg="addSp delSp modSp mod">
        <pc:chgData name="JEISA MATHEW" userId="05ebb031b9311ef8" providerId="LiveId" clId="{0B5BADA0-EADF-41A1-AAFD-3B897C5B0FA5}" dt="2026-09-25T04:53:36.820" v="102" actId="14100"/>
        <pc:sldMkLst>
          <pc:docMk/>
          <pc:sldMk cId="0" sldId="271"/>
        </pc:sldMkLst>
        <pc:spChg chg="del">
          <ac:chgData name="JEISA MATHEW" userId="05ebb031b9311ef8" providerId="LiveId" clId="{0B5BADA0-EADF-41A1-AAFD-3B897C5B0FA5}" dt="2026-09-24T18:38:21.994" v="25" actId="478"/>
          <ac:spMkLst>
            <pc:docMk/>
            <pc:sldMk cId="0" sldId="271"/>
            <ac:spMk id="2" creationId="{00000000-0000-0000-0000-000000000000}"/>
          </ac:spMkLst>
        </pc:spChg>
        <pc:spChg chg="del">
          <ac:chgData name="JEISA MATHEW" userId="05ebb031b9311ef8" providerId="LiveId" clId="{0B5BADA0-EADF-41A1-AAFD-3B897C5B0FA5}" dt="2026-09-25T04:47:37.609" v="68" actId="478"/>
          <ac:spMkLst>
            <pc:docMk/>
            <pc:sldMk cId="0" sldId="271"/>
            <ac:spMk id="4" creationId="{00000000-0000-0000-0000-000000000000}"/>
          </ac:spMkLst>
        </pc:spChg>
        <pc:spChg chg="del">
          <ac:chgData name="JEISA MATHEW" userId="05ebb031b9311ef8" providerId="LiveId" clId="{0B5BADA0-EADF-41A1-AAFD-3B897C5B0FA5}" dt="2026-09-25T04:13:37.973" v="61" actId="478"/>
          <ac:spMkLst>
            <pc:docMk/>
            <pc:sldMk cId="0" sldId="271"/>
            <ac:spMk id="5" creationId="{00000000-0000-0000-0000-000000000000}"/>
          </ac:spMkLst>
        </pc:spChg>
        <pc:spChg chg="add del mod">
          <ac:chgData name="JEISA MATHEW" userId="05ebb031b9311ef8" providerId="LiveId" clId="{0B5BADA0-EADF-41A1-AAFD-3B897C5B0FA5}" dt="2026-09-25T04:52:50.095" v="93" actId="478"/>
          <ac:spMkLst>
            <pc:docMk/>
            <pc:sldMk cId="0" sldId="271"/>
            <ac:spMk id="7" creationId="{00000000-0000-0000-0000-000000000000}"/>
          </ac:spMkLst>
        </pc:spChg>
        <pc:spChg chg="add del">
          <ac:chgData name="JEISA MATHEW" userId="05ebb031b9311ef8" providerId="LiveId" clId="{0B5BADA0-EADF-41A1-AAFD-3B897C5B0FA5}" dt="2026-09-25T04:52:50.095" v="93" actId="478"/>
          <ac:spMkLst>
            <pc:docMk/>
            <pc:sldMk cId="0" sldId="271"/>
            <ac:spMk id="10" creationId="{00000000-0000-0000-0000-000000000000}"/>
          </ac:spMkLst>
        </pc:spChg>
        <pc:spChg chg="add del">
          <ac:chgData name="JEISA MATHEW" userId="05ebb031b9311ef8" providerId="LiveId" clId="{0B5BADA0-EADF-41A1-AAFD-3B897C5B0FA5}" dt="2026-09-25T04:52:50.095" v="93" actId="478"/>
          <ac:spMkLst>
            <pc:docMk/>
            <pc:sldMk cId="0" sldId="271"/>
            <ac:spMk id="11" creationId="{00000000-0000-0000-0000-000000000000}"/>
          </ac:spMkLst>
        </pc:spChg>
        <pc:spChg chg="add del">
          <ac:chgData name="JEISA MATHEW" userId="05ebb031b9311ef8" providerId="LiveId" clId="{0B5BADA0-EADF-41A1-AAFD-3B897C5B0FA5}" dt="2026-09-25T04:52:50.095" v="93" actId="478"/>
          <ac:spMkLst>
            <pc:docMk/>
            <pc:sldMk cId="0" sldId="271"/>
            <ac:spMk id="12" creationId="{00000000-0000-0000-0000-000000000000}"/>
          </ac:spMkLst>
        </pc:spChg>
        <pc:spChg chg="add del">
          <ac:chgData name="JEISA MATHEW" userId="05ebb031b9311ef8" providerId="LiveId" clId="{0B5BADA0-EADF-41A1-AAFD-3B897C5B0FA5}" dt="2026-09-25T04:52:50.095" v="93" actId="478"/>
          <ac:spMkLst>
            <pc:docMk/>
            <pc:sldMk cId="0" sldId="271"/>
            <ac:spMk id="13" creationId="{00000000-0000-0000-0000-000000000000}"/>
          </ac:spMkLst>
        </pc:spChg>
        <pc:spChg chg="add del">
          <ac:chgData name="JEISA MATHEW" userId="05ebb031b9311ef8" providerId="LiveId" clId="{0B5BADA0-EADF-41A1-AAFD-3B897C5B0FA5}" dt="2026-09-25T04:52:50.095" v="93" actId="478"/>
          <ac:spMkLst>
            <pc:docMk/>
            <pc:sldMk cId="0" sldId="271"/>
            <ac:spMk id="17" creationId="{00000000-0000-0000-0000-000000000000}"/>
          </ac:spMkLst>
        </pc:spChg>
        <pc:spChg chg="del">
          <ac:chgData name="JEISA MATHEW" userId="05ebb031b9311ef8" providerId="LiveId" clId="{0B5BADA0-EADF-41A1-AAFD-3B897C5B0FA5}" dt="2026-09-25T04:52:50.095" v="93" actId="478"/>
          <ac:spMkLst>
            <pc:docMk/>
            <pc:sldMk cId="0" sldId="271"/>
            <ac:spMk id="18" creationId="{00000000-0000-0000-0000-000000000000}"/>
          </ac:spMkLst>
        </pc:spChg>
        <pc:spChg chg="add del">
          <ac:chgData name="JEISA MATHEW" userId="05ebb031b9311ef8" providerId="LiveId" clId="{0B5BADA0-EADF-41A1-AAFD-3B897C5B0FA5}" dt="2026-09-25T04:52:50.095" v="93" actId="478"/>
          <ac:spMkLst>
            <pc:docMk/>
            <pc:sldMk cId="0" sldId="271"/>
            <ac:spMk id="23" creationId="{00000000-0000-0000-0000-000000000000}"/>
          </ac:spMkLst>
        </pc:spChg>
        <pc:spChg chg="add del">
          <ac:chgData name="JEISA MATHEW" userId="05ebb031b9311ef8" providerId="LiveId" clId="{0B5BADA0-EADF-41A1-AAFD-3B897C5B0FA5}" dt="2026-09-25T04:52:50.095" v="93" actId="478"/>
          <ac:spMkLst>
            <pc:docMk/>
            <pc:sldMk cId="0" sldId="271"/>
            <ac:spMk id="26" creationId="{00000000-0000-0000-0000-000000000000}"/>
          </ac:spMkLst>
        </pc:spChg>
        <pc:spChg chg="add del">
          <ac:chgData name="JEISA MATHEW" userId="05ebb031b9311ef8" providerId="LiveId" clId="{0B5BADA0-EADF-41A1-AAFD-3B897C5B0FA5}" dt="2026-09-25T04:52:50.095" v="93" actId="478"/>
          <ac:spMkLst>
            <pc:docMk/>
            <pc:sldMk cId="0" sldId="271"/>
            <ac:spMk id="30" creationId="{00000000-0000-0000-0000-000000000000}"/>
          </ac:spMkLst>
        </pc:spChg>
        <pc:spChg chg="add">
          <ac:chgData name="JEISA MATHEW" userId="05ebb031b9311ef8" providerId="LiveId" clId="{0B5BADA0-EADF-41A1-AAFD-3B897C5B0FA5}" dt="2026-09-25T04:52:46.776" v="92" actId="478"/>
          <ac:spMkLst>
            <pc:docMk/>
            <pc:sldMk cId="0" sldId="271"/>
            <ac:spMk id="32" creationId="{00000000-0000-0000-0000-000000000000}"/>
          </ac:spMkLst>
        </pc:spChg>
        <pc:picChg chg="add mod">
          <ac:chgData name="JEISA MATHEW" userId="05ebb031b9311ef8" providerId="LiveId" clId="{0B5BADA0-EADF-41A1-AAFD-3B897C5B0FA5}" dt="2026-09-25T04:53:36.820" v="102" actId="14100"/>
          <ac:picMkLst>
            <pc:docMk/>
            <pc:sldMk cId="0" sldId="271"/>
            <ac:picMk id="2" creationId="{74587B6C-85F4-A572-D973-C07A2050FB2B}"/>
          </ac:picMkLst>
        </pc:picChg>
      </pc:sldChg>
      <pc:sldChg chg="delSp mod">
        <pc:chgData name="JEISA MATHEW" userId="05ebb031b9311ef8" providerId="LiveId" clId="{0B5BADA0-EADF-41A1-AAFD-3B897C5B0FA5}" dt="2026-09-25T04:13:40.472" v="62" actId="478"/>
        <pc:sldMkLst>
          <pc:docMk/>
          <pc:sldMk cId="0" sldId="272"/>
        </pc:sldMkLst>
        <pc:spChg chg="del">
          <ac:chgData name="JEISA MATHEW" userId="05ebb031b9311ef8" providerId="LiveId" clId="{0B5BADA0-EADF-41A1-AAFD-3B897C5B0FA5}" dt="2026-09-24T18:38:31.501" v="26" actId="478"/>
          <ac:spMkLst>
            <pc:docMk/>
            <pc:sldMk cId="0" sldId="272"/>
            <ac:spMk id="2" creationId="{00000000-0000-0000-0000-000000000000}"/>
          </ac:spMkLst>
        </pc:spChg>
        <pc:spChg chg="del">
          <ac:chgData name="JEISA MATHEW" userId="05ebb031b9311ef8" providerId="LiveId" clId="{0B5BADA0-EADF-41A1-AAFD-3B897C5B0FA5}" dt="2026-09-25T04:13:40.472" v="62" actId="478"/>
          <ac:spMkLst>
            <pc:docMk/>
            <pc:sldMk cId="0" sldId="272"/>
            <ac:spMk id="5" creationId="{00000000-0000-0000-0000-000000000000}"/>
          </ac:spMkLst>
        </pc:spChg>
      </pc:sldChg>
      <pc:sldChg chg="delSp mod">
        <pc:chgData name="JEISA MATHEW" userId="05ebb031b9311ef8" providerId="LiveId" clId="{0B5BADA0-EADF-41A1-AAFD-3B897C5B0FA5}" dt="2026-09-25T04:13:44.783" v="63" actId="478"/>
        <pc:sldMkLst>
          <pc:docMk/>
          <pc:sldMk cId="0" sldId="273"/>
        </pc:sldMkLst>
        <pc:spChg chg="del">
          <ac:chgData name="JEISA MATHEW" userId="05ebb031b9311ef8" providerId="LiveId" clId="{0B5BADA0-EADF-41A1-AAFD-3B897C5B0FA5}" dt="2026-09-24T18:38:39.217" v="27" actId="478"/>
          <ac:spMkLst>
            <pc:docMk/>
            <pc:sldMk cId="0" sldId="273"/>
            <ac:spMk id="2" creationId="{00000000-0000-0000-0000-000000000000}"/>
          </ac:spMkLst>
        </pc:spChg>
        <pc:spChg chg="del">
          <ac:chgData name="JEISA MATHEW" userId="05ebb031b9311ef8" providerId="LiveId" clId="{0B5BADA0-EADF-41A1-AAFD-3B897C5B0FA5}" dt="2026-09-25T04:13:44.783" v="63" actId="478"/>
          <ac:spMkLst>
            <pc:docMk/>
            <pc:sldMk cId="0" sldId="273"/>
            <ac:spMk id="5" creationId="{00000000-0000-0000-0000-000000000000}"/>
          </ac:spMkLst>
        </pc:spChg>
      </pc:sldChg>
      <pc:sldChg chg="delSp modSp mod">
        <pc:chgData name="JEISA MATHEW" userId="05ebb031b9311ef8" providerId="LiveId" clId="{0B5BADA0-EADF-41A1-AAFD-3B897C5B0FA5}" dt="2026-09-25T04:50:44.694" v="78" actId="14100"/>
        <pc:sldMkLst>
          <pc:docMk/>
          <pc:sldMk cId="0" sldId="274"/>
        </pc:sldMkLst>
        <pc:spChg chg="del">
          <ac:chgData name="JEISA MATHEW" userId="05ebb031b9311ef8" providerId="LiveId" clId="{0B5BADA0-EADF-41A1-AAFD-3B897C5B0FA5}" dt="2026-09-25T04:13:49.133" v="64" actId="478"/>
          <ac:spMkLst>
            <pc:docMk/>
            <pc:sldMk cId="0" sldId="274"/>
            <ac:spMk id="5" creationId="{00000000-0000-0000-0000-000000000000}"/>
          </ac:spMkLst>
        </pc:spChg>
        <pc:picChg chg="mod">
          <ac:chgData name="JEISA MATHEW" userId="05ebb031b9311ef8" providerId="LiveId" clId="{0B5BADA0-EADF-41A1-AAFD-3B897C5B0FA5}" dt="2026-09-25T04:50:44.694" v="78" actId="14100"/>
          <ac:picMkLst>
            <pc:docMk/>
            <pc:sldMk cId="0" sldId="274"/>
            <ac:picMk id="7" creationId="{00000000-0000-0000-0000-000000000000}"/>
          </ac:picMkLst>
        </pc:picChg>
      </pc:sldChg>
      <pc:sldChg chg="delSp modSp mod">
        <pc:chgData name="JEISA MATHEW" userId="05ebb031b9311ef8" providerId="LiveId" clId="{0B5BADA0-EADF-41A1-AAFD-3B897C5B0FA5}" dt="2026-09-25T04:50:56.605" v="80" actId="14100"/>
        <pc:sldMkLst>
          <pc:docMk/>
          <pc:sldMk cId="0" sldId="275"/>
        </pc:sldMkLst>
        <pc:spChg chg="del">
          <ac:chgData name="JEISA MATHEW" userId="05ebb031b9311ef8" providerId="LiveId" clId="{0B5BADA0-EADF-41A1-AAFD-3B897C5B0FA5}" dt="2026-09-25T04:13:51.011" v="65" actId="478"/>
          <ac:spMkLst>
            <pc:docMk/>
            <pc:sldMk cId="0" sldId="275"/>
            <ac:spMk id="5" creationId="{00000000-0000-0000-0000-000000000000}"/>
          </ac:spMkLst>
        </pc:spChg>
        <pc:picChg chg="mod">
          <ac:chgData name="JEISA MATHEW" userId="05ebb031b9311ef8" providerId="LiveId" clId="{0B5BADA0-EADF-41A1-AAFD-3B897C5B0FA5}" dt="2026-09-25T04:50:56.605" v="80" actId="14100"/>
          <ac:picMkLst>
            <pc:docMk/>
            <pc:sldMk cId="0" sldId="275"/>
            <ac:picMk id="7" creationId="{00000000-0000-0000-0000-000000000000}"/>
          </ac:picMkLst>
        </pc:picChg>
      </pc:sldChg>
      <pc:sldChg chg="addSp delSp modSp mod">
        <pc:chgData name="JEISA MATHEW" userId="05ebb031b9311ef8" providerId="LiveId" clId="{0B5BADA0-EADF-41A1-AAFD-3B897C5B0FA5}" dt="2026-09-25T04:51:21.500" v="86" actId="14100"/>
        <pc:sldMkLst>
          <pc:docMk/>
          <pc:sldMk cId="0" sldId="276"/>
        </pc:sldMkLst>
        <pc:spChg chg="add del">
          <ac:chgData name="JEISA MATHEW" userId="05ebb031b9311ef8" providerId="LiveId" clId="{0B5BADA0-EADF-41A1-AAFD-3B897C5B0FA5}" dt="2026-09-25T04:13:52.794" v="66" actId="478"/>
          <ac:spMkLst>
            <pc:docMk/>
            <pc:sldMk cId="0" sldId="276"/>
            <ac:spMk id="5" creationId="{00000000-0000-0000-0000-000000000000}"/>
          </ac:spMkLst>
        </pc:spChg>
        <pc:picChg chg="mod">
          <ac:chgData name="JEISA MATHEW" userId="05ebb031b9311ef8" providerId="LiveId" clId="{0B5BADA0-EADF-41A1-AAFD-3B897C5B0FA5}" dt="2026-09-25T04:51:21.500" v="86" actId="14100"/>
          <ac:picMkLst>
            <pc:docMk/>
            <pc:sldMk cId="0" sldId="276"/>
            <ac:picMk id="7" creationId="{00000000-0000-0000-0000-000000000000}"/>
          </ac:picMkLst>
        </pc:picChg>
      </pc:sldChg>
      <pc:sldChg chg="delSp modSp mod">
        <pc:chgData name="JEISA MATHEW" userId="05ebb031b9311ef8" providerId="LiveId" clId="{0B5BADA0-EADF-41A1-AAFD-3B897C5B0FA5}" dt="2026-09-25T04:51:40.508" v="90" actId="14100"/>
        <pc:sldMkLst>
          <pc:docMk/>
          <pc:sldMk cId="0" sldId="277"/>
        </pc:sldMkLst>
        <pc:spChg chg="del">
          <ac:chgData name="JEISA MATHEW" userId="05ebb031b9311ef8" providerId="LiveId" clId="{0B5BADA0-EADF-41A1-AAFD-3B897C5B0FA5}" dt="2026-09-25T04:13:55.517" v="67" actId="478"/>
          <ac:spMkLst>
            <pc:docMk/>
            <pc:sldMk cId="0" sldId="277"/>
            <ac:spMk id="5" creationId="{00000000-0000-0000-0000-000000000000}"/>
          </ac:spMkLst>
        </pc:spChg>
        <pc:picChg chg="mod">
          <ac:chgData name="JEISA MATHEW" userId="05ebb031b9311ef8" providerId="LiveId" clId="{0B5BADA0-EADF-41A1-AAFD-3B897C5B0FA5}" dt="2026-09-25T04:51:40.508" v="90" actId="14100"/>
          <ac:picMkLst>
            <pc:docMk/>
            <pc:sldMk cId="0" sldId="277"/>
            <ac:picMk id="7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59453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8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19.png"/><Relationship Id="rId10" Type="http://schemas.openxmlformats.org/officeDocument/2006/relationships/image" Target="../media/image21.png"/><Relationship Id="rId4" Type="http://schemas.openxmlformats.org/officeDocument/2006/relationships/image" Target="../media/image17.png"/><Relationship Id="rId9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 Inventory Forecast Dashboard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9260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SKU-Level Demand Forecasting for Smarter Inventory Planning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997388"/>
            <a:ext cx="32577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Jeisa Mathew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Summary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problem, solution, and value in one view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35661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011680"/>
            <a:ext cx="640080" cy="640080"/>
          </a:xfrm>
          <a:prstGeom prst="ellipse">
            <a:avLst/>
          </a:prstGeom>
          <a:solidFill>
            <a:srgbClr val="C1272D"/>
          </a:solidFill>
          <a:ln w="12700">
            <a:solidFill>
              <a:srgbClr val="C1272D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381" y="2178101"/>
            <a:ext cx="307238" cy="30723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00200" y="20116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127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83464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stores overstock while others run out of stock, creating inconsistent inventory allocation across the retail network.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297680" y="1783080"/>
            <a:ext cx="35661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72000" y="2011680"/>
            <a:ext cx="640080" cy="640080"/>
          </a:xfrm>
          <a:prstGeom prst="ellipse">
            <a:avLst/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8421" y="2178101"/>
            <a:ext cx="307238" cy="30723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349240" y="20116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283464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SKU-level demand, compare it with inventory, classify risk, and recommend reorder / transfer / hold actions.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8046720" y="1783080"/>
            <a:ext cx="35661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321040" y="2011680"/>
            <a:ext cx="640080" cy="640080"/>
          </a:xfrm>
          <a:prstGeom prst="ellipse">
            <a:avLst/>
          </a:prstGeom>
          <a:solidFill>
            <a:srgbClr val="2E8B45"/>
          </a:solidFill>
          <a:ln w="12700">
            <a:solidFill>
              <a:srgbClr val="2E8B45"/>
            </a:solidFill>
            <a:prstDash val="solid"/>
          </a:ln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7461" y="2178101"/>
            <a:ext cx="307238" cy="30723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098280" y="20116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8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</a:t>
            </a:r>
            <a:endParaRPr lang="en-US" sz="2200" dirty="0"/>
          </a:p>
        </p:txBody>
      </p:sp>
      <p:sp>
        <p:nvSpPr>
          <p:cNvPr id="21" name="Text 16"/>
          <p:cNvSpPr txBox="1"/>
          <p:nvPr/>
        </p:nvSpPr>
        <p:spPr>
          <a:xfrm>
            <a:off x="8321040" y="283464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Tableau dashboard shows managers where action is required and where inventory should be held.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548640" y="475488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640080" y="4892040"/>
            <a:ext cx="246888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76,000</a:t>
            </a:r>
            <a:endParaRPr lang="en-US" sz="3000" dirty="0"/>
          </a:p>
        </p:txBody>
      </p:sp>
      <p:sp>
        <p:nvSpPr>
          <p:cNvPr id="24" name="Text 19"/>
          <p:cNvSpPr txBox="1"/>
          <p:nvPr/>
        </p:nvSpPr>
        <p:spPr>
          <a:xfrm>
            <a:off x="685800" y="5633618"/>
            <a:ext cx="2377440" cy="48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3364992" y="475488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Text 21"/>
          <p:cNvSpPr txBox="1"/>
          <p:nvPr/>
        </p:nvSpPr>
        <p:spPr>
          <a:xfrm>
            <a:off x="3456432" y="4892040"/>
            <a:ext cx="246888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000" dirty="0"/>
          </a:p>
        </p:txBody>
      </p:sp>
      <p:sp>
        <p:nvSpPr>
          <p:cNvPr id="27" name="Text 22"/>
          <p:cNvSpPr txBox="1"/>
          <p:nvPr/>
        </p:nvSpPr>
        <p:spPr>
          <a:xfrm>
            <a:off x="3502152" y="5633618"/>
            <a:ext cx="2377440" cy="48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</a:t>
            </a:r>
            <a:endParaRPr lang="en-US" sz="1300" dirty="0"/>
          </a:p>
        </p:txBody>
      </p:sp>
      <p:sp>
        <p:nvSpPr>
          <p:cNvPr id="28" name="Shape 23"/>
          <p:cNvSpPr/>
          <p:nvPr/>
        </p:nvSpPr>
        <p:spPr>
          <a:xfrm>
            <a:off x="6181344" y="475488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Text 24"/>
          <p:cNvSpPr txBox="1"/>
          <p:nvPr/>
        </p:nvSpPr>
        <p:spPr>
          <a:xfrm>
            <a:off x="6272784" y="4892040"/>
            <a:ext cx="246888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× 20</a:t>
            </a:r>
            <a:endParaRPr lang="en-US" sz="3000" dirty="0"/>
          </a:p>
        </p:txBody>
      </p:sp>
      <p:sp>
        <p:nvSpPr>
          <p:cNvPr id="30" name="Text 25"/>
          <p:cNvSpPr txBox="1"/>
          <p:nvPr/>
        </p:nvSpPr>
        <p:spPr>
          <a:xfrm>
            <a:off x="6318504" y="5633618"/>
            <a:ext cx="2377440" cy="48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× SKUs</a:t>
            </a:r>
            <a:endParaRPr lang="en-US" sz="1300" dirty="0"/>
          </a:p>
        </p:txBody>
      </p:sp>
      <p:sp>
        <p:nvSpPr>
          <p:cNvPr id="31" name="Shape 26"/>
          <p:cNvSpPr/>
          <p:nvPr/>
        </p:nvSpPr>
        <p:spPr>
          <a:xfrm>
            <a:off x="8997696" y="475488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Text 27"/>
          <p:cNvSpPr txBox="1"/>
          <p:nvPr/>
        </p:nvSpPr>
        <p:spPr>
          <a:xfrm>
            <a:off x="9089136" y="4892040"/>
            <a:ext cx="246888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0.62%</a:t>
            </a:r>
            <a:endParaRPr lang="en-US" sz="3000" dirty="0"/>
          </a:p>
        </p:txBody>
      </p:sp>
      <p:sp>
        <p:nvSpPr>
          <p:cNvPr id="33" name="Text 28"/>
          <p:cNvSpPr txBox="1"/>
          <p:nvPr/>
        </p:nvSpPr>
        <p:spPr>
          <a:xfrm>
            <a:off x="9134856" y="5633618"/>
            <a:ext cx="2377440" cy="48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Forecast Bias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Industry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inventory planning across multiple stores and overlapping SKUs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4206240" cy="4389120"/>
          </a:xfrm>
          <a:prstGeom prst="roundRect">
            <a:avLst>
              <a:gd name="adj" fmla="val 2174"/>
            </a:avLst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874520" y="2286000"/>
            <a:ext cx="1554480" cy="1554480"/>
          </a:xfrm>
          <a:prstGeom prst="ellipse">
            <a:avLst/>
          </a:prstGeom>
          <a:solidFill>
            <a:srgbClr val="2E8B45"/>
          </a:solidFill>
          <a:ln w="12700">
            <a:solidFill>
              <a:srgbClr val="2E8B45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8685" y="2690165"/>
            <a:ext cx="746150" cy="7461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31520" y="41148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49377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Multi-store chains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029200" y="1783080"/>
            <a:ext cx="6611112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5349240" y="19659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context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5349240" y="242316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Retailers operate multiple stores carrying overlapping SKUs. Inventory needs vary by store because local demand, seasonality, promotions, and other conditions are not identical.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5029200" y="4069080"/>
            <a:ext cx="6611112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5349240" y="42519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focus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5349240" y="4709160"/>
            <a:ext cx="594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SKU-level demand forecasting + inventory risk monitoring + action-oriented dashboarding.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Company Examples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Organizations facing multi-store inventory challenges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356616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920240" y="2011680"/>
            <a:ext cx="822960" cy="822960"/>
          </a:xfrm>
          <a:prstGeom prst="ellipse">
            <a:avLst/>
          </a:prstGeom>
          <a:solidFill>
            <a:srgbClr val="2E8B45"/>
          </a:solidFill>
          <a:ln w="12700">
            <a:solidFill>
              <a:srgbClr val="2E8B45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4210" y="2225650"/>
            <a:ext cx="395021" cy="395021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77240" y="30175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multi-store grocery chains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4297680" y="1783080"/>
            <a:ext cx="356616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669280" y="2011680"/>
            <a:ext cx="822960" cy="822960"/>
          </a:xfrm>
          <a:prstGeom prst="ellipse">
            <a:avLst/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3250" y="2225650"/>
            <a:ext cx="395021" cy="395021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526280" y="30175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Electronics retail chains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8046720" y="1783080"/>
            <a:ext cx="356616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418320" y="2011680"/>
            <a:ext cx="822960" cy="822960"/>
          </a:xfrm>
          <a:prstGeom prst="ellipse">
            <a:avLst/>
          </a:prstGeom>
          <a:solidFill>
            <a:srgbClr val="E0A100"/>
          </a:solidFill>
          <a:ln w="12700">
            <a:solidFill>
              <a:srgbClr val="E0A100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2290" y="2225650"/>
            <a:ext cx="395021" cy="395021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75320" y="30175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Clothing and apparel retail chains</a:t>
            </a:r>
            <a:endParaRPr lang="en-US" sz="1900" dirty="0"/>
          </a:p>
        </p:txBody>
      </p:sp>
      <p:sp>
        <p:nvSpPr>
          <p:cNvPr id="19" name="Shape 14"/>
          <p:cNvSpPr/>
          <p:nvPr/>
        </p:nvSpPr>
        <p:spPr>
          <a:xfrm>
            <a:off x="548640" y="4389120"/>
            <a:ext cx="11091672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68680" y="45262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</a:t>
            </a:r>
            <a:endParaRPr lang="en-US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868680" y="498348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retailer with overlapping SKUs across stores faces the same issue: the same SKU can have different demand and inventory pressure in different stores. The project dataset spans 5 categories (Clothing, Electronics, Furniture, Groceries, Toys), and the dashboard is built around the store × SKU view.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Business Background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inventory forecasting is a store-level business problem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2331720" cy="1005840"/>
          </a:xfrm>
          <a:prstGeom prst="chevron">
            <a:avLst/>
          </a:prstGeom>
          <a:solidFill>
            <a:srgbClr val="12417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178308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demand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788920" y="1783080"/>
            <a:ext cx="2331720" cy="1005840"/>
          </a:xfrm>
          <a:prstGeom prst="chevron">
            <a:avLst/>
          </a:prstGeom>
          <a:solidFill>
            <a:srgbClr val="12417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46120" y="178308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demand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0" y="1783080"/>
            <a:ext cx="2331720" cy="1005840"/>
          </a:xfrm>
          <a:prstGeom prst="chevron">
            <a:avLst/>
          </a:prstGeom>
          <a:solidFill>
            <a:srgbClr val="12417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0" y="178308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with inventory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269480" y="1783080"/>
            <a:ext cx="2331720" cy="1005840"/>
          </a:xfrm>
          <a:prstGeom prst="chevron">
            <a:avLst/>
          </a:prstGeom>
          <a:solidFill>
            <a:srgbClr val="12417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8308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risk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509760" y="1783080"/>
            <a:ext cx="2331720" cy="1005840"/>
          </a:xfrm>
          <a:prstGeom prst="chevron">
            <a:avLst/>
          </a:prstGeom>
          <a:solidFill>
            <a:srgbClr val="2E8B4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966960" y="178308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action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3154680"/>
            <a:ext cx="5468112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22960" y="34747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0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1645920" y="33375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Retailers manage many SKUs across multiple stores.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172200" y="3154680"/>
            <a:ext cx="5468112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46520" y="34747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0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33375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can vary by location and time.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548640" y="4709160"/>
            <a:ext cx="5468112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960" y="5029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0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600" dirty="0"/>
          </a:p>
        </p:txBody>
      </p:sp>
      <p:sp>
        <p:nvSpPr>
          <p:cNvPr id="25" name="Text 23"/>
          <p:cNvSpPr txBox="1"/>
          <p:nvPr/>
        </p:nvSpPr>
        <p:spPr>
          <a:xfrm>
            <a:off x="1645920" y="4892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Seasonality and promotions can change expected demand.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172200" y="4709160"/>
            <a:ext cx="5468112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446520" y="5029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0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600" dirty="0"/>
          </a:p>
        </p:txBody>
      </p:sp>
      <p:sp>
        <p:nvSpPr>
          <p:cNvPr id="28" name="Text 26"/>
          <p:cNvSpPr txBox="1"/>
          <p:nvPr/>
        </p:nvSpPr>
        <p:spPr>
          <a:xfrm>
            <a:off x="7269480" y="4892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decisions must consider future demand, not only current stock.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Business Problem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inventory imbalance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5468112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011680"/>
            <a:ext cx="731520" cy="731520"/>
          </a:xfrm>
          <a:prstGeom prst="ellipse">
            <a:avLst/>
          </a:prstGeom>
          <a:solidFill>
            <a:srgbClr val="E0A100"/>
          </a:solidFill>
          <a:ln w="12700">
            <a:solidFill>
              <a:srgbClr val="E0A100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155" y="2201875"/>
            <a:ext cx="351130" cy="35113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737360" y="20116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0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Overstock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834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far above expected demand, tying up capital and increasing holding pressure.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172200" y="1783080"/>
            <a:ext cx="5468112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46520" y="2011680"/>
            <a:ext cx="731520" cy="731520"/>
          </a:xfrm>
          <a:prstGeom prst="ellipse">
            <a:avLst/>
          </a:prstGeom>
          <a:solidFill>
            <a:srgbClr val="C1272D"/>
          </a:solidFill>
          <a:ln w="12700">
            <a:solidFill>
              <a:srgbClr val="C1272D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6715" y="2201875"/>
            <a:ext cx="351130" cy="35113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360920" y="20116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127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Stockout</a:t>
            </a:r>
            <a:endParaRPr lang="en-US" sz="2400" dirty="0"/>
          </a:p>
        </p:txBody>
      </p:sp>
      <p:sp>
        <p:nvSpPr>
          <p:cNvPr id="16" name="Text 12"/>
          <p:cNvSpPr txBox="1"/>
          <p:nvPr/>
        </p:nvSpPr>
        <p:spPr>
          <a:xfrm>
            <a:off x="6446520" y="2834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insufficient for expected demand, creating potential lost sales and poor availability.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548640" y="4114800"/>
            <a:ext cx="11091672" cy="2057400"/>
          </a:xfrm>
          <a:prstGeom prst="roundRect">
            <a:avLst>
              <a:gd name="adj" fmla="val 4444"/>
            </a:avLst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868680" y="4251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challenge</a:t>
            </a:r>
            <a:endParaRPr lang="en-US" sz="2000" dirty="0"/>
          </a:p>
        </p:txBody>
      </p:sp>
      <p:sp>
        <p:nvSpPr>
          <p:cNvPr id="19" name="Text 15"/>
          <p:cNvSpPr txBox="1"/>
          <p:nvPr/>
        </p:nvSpPr>
        <p:spPr>
          <a:xfrm>
            <a:off x="868680" y="46634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SKU can be healthy in one store, at risk in another, and overstocked elsewhere.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868680" y="525780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example (30 Jan 2024): SKU P0015 has only 0.9 days of cover at store S001 (stockout risk), but 7.0, 4.7 and 5.0 days at S002, S004 and S005 (overstock risk).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Why Existing Solutions Fail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of static or manual store-level reordering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69494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178308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127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1783080"/>
            <a:ext cx="5852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reorder points may not reflect changing demand.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880360"/>
            <a:ext cx="69494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288036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127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880360"/>
            <a:ext cx="5852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judgment can be inconsistent across stores.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977640"/>
            <a:ext cx="69494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397764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127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977640"/>
            <a:ext cx="5852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inventory alone does not show future SKU-level demand.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69494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507492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127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5074920"/>
            <a:ext cx="5852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and promotional patterns can be missed without a demand-adjusted view.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772400" y="1783080"/>
            <a:ext cx="3867912" cy="4251960"/>
          </a:xfrm>
          <a:prstGeom prst="roundRect">
            <a:avLst>
              <a:gd name="adj" fmla="val 2364"/>
            </a:avLst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092440" y="2057400"/>
            <a:ext cx="731520" cy="731520"/>
          </a:xfrm>
          <a:prstGeom prst="ellipse">
            <a:avLst/>
          </a:prstGeom>
          <a:solidFill>
            <a:srgbClr val="2E8B45"/>
          </a:solidFill>
          <a:ln w="12700">
            <a:solidFill>
              <a:srgbClr val="2E8B45"/>
            </a:solidFill>
            <a:prstDash val="solid"/>
          </a:ln>
        </p:spPr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635" y="2247595"/>
            <a:ext cx="351130" cy="35113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8092440" y="2926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response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8092440" y="3520440"/>
            <a:ext cx="32461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rolling demand measure with a seasonal index, then compare forecast demand with inventory to flag risk and recommend an action.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Business Impact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snapshot as of 30 Jan 2024 (100 store × SKU pairs)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265176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" y="19202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C127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pairs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860243"/>
            <a:ext cx="237744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Stockout Risk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64992" y="1783080"/>
            <a:ext cx="265176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456432" y="19202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C127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285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3502152" y="2860243"/>
            <a:ext cx="237744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short (reorder)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81344" y="1783080"/>
            <a:ext cx="265176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272784" y="19202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0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 pairs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6318504" y="2860243"/>
            <a:ext cx="237744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Overstock Risk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997696" y="1783080"/>
            <a:ext cx="265176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089136" y="19202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0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15,351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9134856" y="2860243"/>
            <a:ext cx="237744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on hand (hold)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794760"/>
            <a:ext cx="11091672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14400" y="4023360"/>
            <a:ext cx="10424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Stockout risk means potential lost sales and poor customer availability.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Overstock risk means capital tied up in inventory beyond expected demand.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turns both risks into reorder, transfer, or hold decisions.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 Problem Statement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concise project objective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2743200"/>
          </a:xfrm>
          <a:prstGeom prst="roundRect">
            <a:avLst>
              <a:gd name="adj" fmla="val 3333"/>
            </a:avLst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005840" y="2011680"/>
            <a:ext cx="10149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 SKU-level demand forecasting dashboard that flags stockout and overstock risk per store and recommends reorder / transfer actions.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548640" y="4800600"/>
            <a:ext cx="35661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5120640"/>
            <a:ext cx="731520" cy="731520"/>
          </a:xfrm>
          <a:prstGeom prst="ellipse">
            <a:avLst/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</p:spPr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155" y="5310835"/>
            <a:ext cx="351130" cy="35113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737360" y="48006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SKU-level demand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4297680" y="4800600"/>
            <a:ext cx="35661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0" y="5120640"/>
            <a:ext cx="731520" cy="731520"/>
          </a:xfrm>
          <a:prstGeom prst="ellipse">
            <a:avLst/>
          </a:prstGeom>
          <a:solidFill>
            <a:srgbClr val="C1272D"/>
          </a:solidFill>
          <a:ln w="12700">
            <a:solidFill>
              <a:srgbClr val="C1272D"/>
            </a:solidFill>
            <a:prstDash val="solid"/>
          </a:ln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195" y="5310835"/>
            <a:ext cx="351130" cy="35113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486400" y="48006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risk per store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8046720" y="4800600"/>
            <a:ext cx="35661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321040" y="5120640"/>
            <a:ext cx="731520" cy="731520"/>
          </a:xfrm>
          <a:prstGeom prst="ellipse">
            <a:avLst/>
          </a:prstGeom>
          <a:solidFill>
            <a:srgbClr val="2E8B45"/>
          </a:solidFill>
          <a:ln w="12700">
            <a:solidFill>
              <a:srgbClr val="2E8B45"/>
            </a:solidFill>
            <a:prstDash val="solid"/>
          </a:ln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1235" y="5310835"/>
            <a:ext cx="351130" cy="35113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235440" y="48006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 reorder / transfer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 Business Objectives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Measurable goals, with the current dashboard baseline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3566160" cy="43891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19659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4A5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060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Reduce stockout-risk pairs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840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C127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of 100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7091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 at stockout risk today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297680" y="1783080"/>
            <a:ext cx="3566160" cy="43891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19659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4A5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6060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Reduce overstock-risk pairs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3840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0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 of 100</a:t>
            </a:r>
            <a:endParaRPr lang="en-US" sz="4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47091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 at overstock risk today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046720" y="1783080"/>
            <a:ext cx="3566160" cy="43891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321040" y="19659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4A5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6060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forecast bias near zero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840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2E8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0.62%</a:t>
            </a:r>
            <a:endParaRPr lang="en-US" sz="44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47091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forecast bias today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 Functional Requirements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solution must do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5468112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075688"/>
            <a:ext cx="694944" cy="694944"/>
          </a:xfrm>
          <a:prstGeom prst="ellipse">
            <a:avLst/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645" y="2256373"/>
            <a:ext cx="333573" cy="33357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783080" y="1783080"/>
            <a:ext cx="39593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demand per SKU and store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72200" y="1783080"/>
            <a:ext cx="5468112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46520" y="2075688"/>
            <a:ext cx="694944" cy="694944"/>
          </a:xfrm>
          <a:prstGeom prst="ellipse">
            <a:avLst/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7205" y="2256373"/>
            <a:ext cx="333573" cy="33357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406640" y="1783080"/>
            <a:ext cx="39593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Stockout, Stockout Risk, Overstock Risk, or Healthy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48640" y="3246120"/>
            <a:ext cx="5468112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2960" y="3538728"/>
            <a:ext cx="694944" cy="694944"/>
          </a:xfrm>
          <a:prstGeom prst="ellipse">
            <a:avLst/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645" y="3719413"/>
            <a:ext cx="333573" cy="33357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783080" y="3246120"/>
            <a:ext cx="39593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 Reorder / Transfer In, Hold Orders / Transfer Out, or No Action</a:t>
            </a:r>
            <a:endParaRPr lang="en-US" sz="1700" dirty="0"/>
          </a:p>
        </p:txBody>
      </p:sp>
      <p:sp>
        <p:nvSpPr>
          <p:cNvPr id="19" name="Shape 14"/>
          <p:cNvSpPr/>
          <p:nvPr/>
        </p:nvSpPr>
        <p:spPr>
          <a:xfrm>
            <a:off x="6172200" y="3246120"/>
            <a:ext cx="5468112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46520" y="3538728"/>
            <a:ext cx="694944" cy="694944"/>
          </a:xfrm>
          <a:prstGeom prst="ellipse">
            <a:avLst/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7205" y="3719413"/>
            <a:ext cx="333573" cy="33357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06640" y="3246120"/>
            <a:ext cx="39593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 inventory risk on a map and by category</a:t>
            </a:r>
            <a:endParaRPr lang="en-US" sz="1700" dirty="0"/>
          </a:p>
        </p:txBody>
      </p:sp>
      <p:sp>
        <p:nvSpPr>
          <p:cNvPr id="23" name="Shape 17"/>
          <p:cNvSpPr/>
          <p:nvPr/>
        </p:nvSpPr>
        <p:spPr>
          <a:xfrm>
            <a:off x="548640" y="4709160"/>
            <a:ext cx="11091672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822960" y="5001768"/>
            <a:ext cx="694944" cy="694944"/>
          </a:xfrm>
          <a:prstGeom prst="ellipse">
            <a:avLst/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3645" y="5182453"/>
            <a:ext cx="333573" cy="33357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783080" y="4709160"/>
            <a:ext cx="9582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reorder-priority and hold-list views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 Non-Functional Requirements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 and maintainability expectations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35661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011680"/>
            <a:ext cx="685800" cy="685800"/>
          </a:xfrm>
          <a:prstGeom prst="ellipse">
            <a:avLst/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" y="2189988"/>
            <a:ext cx="329184" cy="32918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737360" y="2011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Refreshable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8803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source data can flow through the Excel → Tableau pipeline.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297680" y="1783080"/>
            <a:ext cx="35661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72000" y="2011680"/>
            <a:ext cx="685800" cy="685800"/>
          </a:xfrm>
          <a:prstGeom prst="ellipse">
            <a:avLst/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0308" y="2189988"/>
            <a:ext cx="329184" cy="32918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486400" y="2011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Filterable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28803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let managers slice the same dashboard views.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8046720" y="1783080"/>
            <a:ext cx="35661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321040" y="2011680"/>
            <a:ext cx="685800" cy="685800"/>
          </a:xfrm>
          <a:prstGeom prst="ellipse">
            <a:avLst/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9348" y="2189988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235440" y="2011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Readable</a:t>
            </a:r>
            <a:endParaRPr lang="en-US" sz="2200" dirty="0"/>
          </a:p>
        </p:txBody>
      </p:sp>
      <p:sp>
        <p:nvSpPr>
          <p:cNvPr id="21" name="Text 16"/>
          <p:cNvSpPr txBox="1"/>
          <p:nvPr/>
        </p:nvSpPr>
        <p:spPr>
          <a:xfrm>
            <a:off x="8321040" y="28803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Color-coded risk status and KPI tiles make it clear at a glance.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4663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filters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548640" y="5166360"/>
            <a:ext cx="1783080" cy="822960"/>
          </a:xfrm>
          <a:prstGeom prst="roundRect">
            <a:avLst>
              <a:gd name="adj" fmla="val 11111"/>
            </a:avLst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94360" y="516636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 Status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2423160" y="5166360"/>
            <a:ext cx="1783080" cy="822960"/>
          </a:xfrm>
          <a:prstGeom prst="roundRect">
            <a:avLst>
              <a:gd name="adj" fmla="val 11111"/>
            </a:avLst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2468880" y="516636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1400" dirty="0"/>
          </a:p>
        </p:txBody>
      </p:sp>
      <p:sp>
        <p:nvSpPr>
          <p:cNvPr id="27" name="Shape 22"/>
          <p:cNvSpPr/>
          <p:nvPr/>
        </p:nvSpPr>
        <p:spPr>
          <a:xfrm>
            <a:off x="4297680" y="5166360"/>
            <a:ext cx="1783080" cy="822960"/>
          </a:xfrm>
          <a:prstGeom prst="roundRect">
            <a:avLst>
              <a:gd name="adj" fmla="val 11111"/>
            </a:avLst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343400" y="516636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</a:t>
            </a:r>
            <a:endParaRPr lang="en-US" sz="1400" dirty="0"/>
          </a:p>
        </p:txBody>
      </p:sp>
      <p:sp>
        <p:nvSpPr>
          <p:cNvPr id="29" name="Shape 24"/>
          <p:cNvSpPr/>
          <p:nvPr/>
        </p:nvSpPr>
        <p:spPr>
          <a:xfrm>
            <a:off x="6172200" y="5166360"/>
            <a:ext cx="1783080" cy="822960"/>
          </a:xfrm>
          <a:prstGeom prst="roundRect">
            <a:avLst>
              <a:gd name="adj" fmla="val 11111"/>
            </a:avLst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217920" y="516636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Seasonality</a:t>
            </a:r>
            <a:endParaRPr lang="en-US" sz="1400" dirty="0"/>
          </a:p>
        </p:txBody>
      </p:sp>
      <p:sp>
        <p:nvSpPr>
          <p:cNvPr id="31" name="Shape 26"/>
          <p:cNvSpPr/>
          <p:nvPr/>
        </p:nvSpPr>
        <p:spPr>
          <a:xfrm>
            <a:off x="8046720" y="5166360"/>
            <a:ext cx="1783080" cy="822960"/>
          </a:xfrm>
          <a:prstGeom prst="roundRect">
            <a:avLst>
              <a:gd name="adj" fmla="val 11111"/>
            </a:avLst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8092440" y="516636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Risk Status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9921240" y="5166360"/>
            <a:ext cx="1783080" cy="822960"/>
          </a:xfrm>
          <a:prstGeom prst="roundRect">
            <a:avLst>
              <a:gd name="adj" fmla="val 11111"/>
            </a:avLst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9966960" y="516636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Condition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 Data Required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structure and validation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" y="19202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76,000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633472"/>
            <a:ext cx="23774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64992" y="17830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456432" y="19202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502152" y="2633472"/>
            <a:ext cx="23774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81344" y="17830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272784" y="19202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Jan 2022 – Jan 2024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318504" y="2633472"/>
            <a:ext cx="23774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range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997696" y="17830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089136" y="19202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× 20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9134856" y="2633472"/>
            <a:ext cx="23774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× SKUs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383280"/>
            <a:ext cx="67665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68680" y="3566160"/>
            <a:ext cx="6172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Core: Date, Store ID, Product ID, Category, Region, Inventory Level, Units Sold, Units Ordered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Context: Price, Discount, Promotion, Competitor Pricing, Weather Condition, Seasonality, Epidemic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and forecasting inputs: Demand, Rolling 30 Day Avg Demand, Seasonal Index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589520" y="3383280"/>
            <a:ext cx="4050792" cy="2788920"/>
          </a:xfrm>
          <a:prstGeom prst="roundRect">
            <a:avLst>
              <a:gd name="adj" fmla="val 3279"/>
            </a:avLst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863840" y="3566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source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863840" y="4023360"/>
            <a:ext cx="3520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Kaggle dataset "Retail Store Inventory and Demand Forecasting" (sales_data.csv). It is a practice / synthetic dataset used for this assignment, not real company data.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 Suggested Tech Stack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 split of responsibilities between the two tools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5468112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011680"/>
            <a:ext cx="731520" cy="731520"/>
          </a:xfrm>
          <a:prstGeom prst="ellipse">
            <a:avLst/>
          </a:prstGeom>
          <a:solidFill>
            <a:srgbClr val="2E8B45"/>
          </a:solidFill>
          <a:ln w="12700">
            <a:solidFill>
              <a:srgbClr val="2E8B45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155" y="2201875"/>
            <a:ext cx="351130" cy="35113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737360" y="20116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8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— Power Query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9260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 and validation: data types, categorical values, binary flags, and business-rule checks.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172200" y="1783080"/>
            <a:ext cx="5468112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46520" y="2011680"/>
            <a:ext cx="731520" cy="731520"/>
          </a:xfrm>
          <a:prstGeom prst="ellipse">
            <a:avLst/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6715" y="2201875"/>
            <a:ext cx="351130" cy="35113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360920" y="20116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Tableau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6446520" y="29260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Calculated fields, demand forecast logic, inventory-risk classification, KPIs, visual analytics, and dashboards.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4663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48640" y="512064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777240" y="5349240"/>
            <a:ext cx="594360" cy="594360"/>
          </a:xfrm>
          <a:prstGeom prst="ellipse">
            <a:avLst/>
          </a:prstGeom>
          <a:solidFill>
            <a:srgbClr val="C0492B"/>
          </a:solidFill>
          <a:ln w="12700">
            <a:solidFill>
              <a:srgbClr val="C0492B"/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1774" y="5503774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554480" y="512064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PowerPoint presentation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3840480" y="5120640"/>
            <a:ext cx="457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24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3" name="Shape 18"/>
          <p:cNvSpPr/>
          <p:nvPr/>
        </p:nvSpPr>
        <p:spPr>
          <a:xfrm>
            <a:off x="4297680" y="512064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4526280" y="5349240"/>
            <a:ext cx="594360" cy="594360"/>
          </a:xfrm>
          <a:prstGeom prst="ellipse">
            <a:avLst/>
          </a:prstGeom>
          <a:solidFill>
            <a:srgbClr val="24292F"/>
          </a:solidFill>
          <a:ln w="12700">
            <a:solidFill>
              <a:srgbClr val="24292F"/>
            </a:solidFill>
            <a:prstDash val="solid"/>
          </a:ln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0814" y="5503774"/>
            <a:ext cx="285293" cy="285293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5303520" y="512064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1600" dirty="0"/>
          </a:p>
        </p:txBody>
      </p:sp>
      <p:sp>
        <p:nvSpPr>
          <p:cNvPr id="27" name="Text 21"/>
          <p:cNvSpPr txBox="1"/>
          <p:nvPr/>
        </p:nvSpPr>
        <p:spPr>
          <a:xfrm>
            <a:off x="7589520" y="5120640"/>
            <a:ext cx="457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24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2"/>
          <p:cNvSpPr/>
          <p:nvPr/>
        </p:nvSpPr>
        <p:spPr>
          <a:xfrm>
            <a:off x="8046720" y="512064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8275320" y="5349240"/>
            <a:ext cx="594360" cy="594360"/>
          </a:xfrm>
          <a:prstGeom prst="ellipse">
            <a:avLst/>
          </a:prstGeom>
          <a:solidFill>
            <a:srgbClr val="0A66C2"/>
          </a:solidFill>
          <a:ln w="12700">
            <a:solidFill>
              <a:srgbClr val="0A66C2"/>
            </a:solidFill>
            <a:prstDash val="solid"/>
          </a:ln>
        </p:spPr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9854" y="5503774"/>
            <a:ext cx="285293" cy="285293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052560" y="512064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showcase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 AI/ML Concepts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moving-average forecast with a seasonal adjustment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356616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011680"/>
            <a:ext cx="685800" cy="685800"/>
          </a:xfrm>
          <a:prstGeom prst="ellipse">
            <a:avLst/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" y="2189988"/>
            <a:ext cx="329184" cy="32918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737360" y="2011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Forecasting method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92608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= Rolling 30 Day Avg Demand × Seasonal Index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297680" y="1783080"/>
            <a:ext cx="356616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72000" y="2011680"/>
            <a:ext cx="685800" cy="685800"/>
          </a:xfrm>
          <a:prstGeom prst="ellipse">
            <a:avLst/>
          </a:prstGeom>
          <a:solidFill>
            <a:srgbClr val="C1272D"/>
          </a:solidFill>
          <a:ln w="12700">
            <a:solidFill>
              <a:srgbClr val="C1272D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0308" y="2189988"/>
            <a:ext cx="329184" cy="32918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486400" y="2011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127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logic</a:t>
            </a:r>
            <a:endParaRPr lang="en-US" sz="20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292608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Stockout Risk if inventory &lt; 1 day of forecast; Overstock Risk if &gt; 4 days; otherwise Healthy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8046720" y="1783080"/>
            <a:ext cx="356616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321040" y="2011680"/>
            <a:ext cx="685800" cy="685800"/>
          </a:xfrm>
          <a:prstGeom prst="ellipse">
            <a:avLst/>
          </a:prstGeom>
          <a:solidFill>
            <a:srgbClr val="2E8B45"/>
          </a:solidFill>
          <a:ln w="12700">
            <a:solidFill>
              <a:srgbClr val="2E8B45"/>
            </a:solidFill>
            <a:prstDash val="solid"/>
          </a:ln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9348" y="2189988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235440" y="2011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8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metric</a:t>
            </a:r>
            <a:endParaRPr lang="en-US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8321040" y="292608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Bias % = SUM(Forecast) ÷ SUM(Demand) − 1  →  0.62%</a:t>
            </a:r>
            <a:endParaRPr lang="en-US" sz="1700" dirty="0"/>
          </a:p>
        </p:txBody>
      </p:sp>
      <p:sp>
        <p:nvSpPr>
          <p:cNvPr id="22" name="Shape 17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868680" y="521208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forecast is in-sample: it is calculated on the same historical data, so bias shows how well the method fits, not future accuracy.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 KPIs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pic>
        <p:nvPicPr>
          <p:cNvPr id="2" name="Image 0">
            <a:extLst>
              <a:ext uri="{FF2B5EF4-FFF2-40B4-BE49-F238E27FC236}">
                <a16:creationId xmlns:a16="http://schemas.microsoft.com/office/drawing/2014/main" id="{74587B6C-85F4-A572-D973-C07A2050FB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1188720"/>
            <a:ext cx="11091672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15. Business Outcome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dashboard supports inventory decisions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3749040" cy="914400"/>
          </a:xfrm>
          <a:prstGeom prst="chevron">
            <a:avLst/>
          </a:prstGeom>
          <a:solidFill>
            <a:srgbClr val="12417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17830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297680" y="1783080"/>
            <a:ext cx="3749040" cy="914400"/>
          </a:xfrm>
          <a:prstGeom prst="chevron">
            <a:avLst/>
          </a:prstGeom>
          <a:solidFill>
            <a:srgbClr val="E0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7830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8046720" y="1783080"/>
            <a:ext cx="3749040" cy="914400"/>
          </a:xfrm>
          <a:prstGeom prst="chevron">
            <a:avLst/>
          </a:prstGeom>
          <a:solidFill>
            <a:srgbClr val="2E8B4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0" y="17830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2971800"/>
            <a:ext cx="676656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68680" y="3200400"/>
            <a:ext cx="61722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store × SKU pairs that need attention faster.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reorder / transfer-in cases from hold / transfer-out cases.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potential lost sales from insufficient inventory.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excess inventory exposure by identifying hold candidates.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2971800"/>
            <a:ext cx="4050792" cy="3200400"/>
          </a:xfrm>
          <a:prstGeom prst="roundRect">
            <a:avLst>
              <a:gd name="adj" fmla="val 2857"/>
            </a:avLst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863840" y="31546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 first, buy second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3703320"/>
            <a:ext cx="3520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SKUs are red in one store and orange in another. Moving stock covers 169 of the 285 units short; the other 116 need a normal reorder.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 Expected Deliverables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artifacts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265176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2011680"/>
            <a:ext cx="640080" cy="640080"/>
          </a:xfrm>
          <a:prstGeom prst="ellipse">
            <a:avLst/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61" y="2178101"/>
            <a:ext cx="307238" cy="30723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77240" y="27889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Tableau dashboard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200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application (.twbx)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364992" y="1783080"/>
            <a:ext cx="265176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593592" y="2011680"/>
            <a:ext cx="640080" cy="640080"/>
          </a:xfrm>
          <a:prstGeom prst="ellipse">
            <a:avLst/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0013" y="2178101"/>
            <a:ext cx="307238" cy="30723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593592" y="27889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Cleaned dataset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3593592" y="3200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in Excel Power Query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181344" y="1783080"/>
            <a:ext cx="265176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409944" y="2011680"/>
            <a:ext cx="640080" cy="640080"/>
          </a:xfrm>
          <a:prstGeom prst="ellipse">
            <a:avLst/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6365" y="2178101"/>
            <a:ext cx="307238" cy="30723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09944" y="27889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Presentation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6409944" y="3200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16-point handbook structure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8997696" y="1783080"/>
            <a:ext cx="265176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226296" y="2011680"/>
            <a:ext cx="640080" cy="640080"/>
          </a:xfrm>
          <a:prstGeom prst="ellipse">
            <a:avLst/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92717" y="2178101"/>
            <a:ext cx="307238" cy="30723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226296" y="27889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diagram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9226296" y="3200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project workflow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548640" y="4023360"/>
            <a:ext cx="265176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777240" y="4251960"/>
            <a:ext cx="640080" cy="640080"/>
          </a:xfrm>
          <a:prstGeom prst="ellipse">
            <a:avLst/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</p:spPr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3661" y="4418381"/>
            <a:ext cx="307238" cy="307238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77240" y="50292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repository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777240" y="5440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files and README</a:t>
            </a:r>
            <a:endParaRPr lang="en-US" sz="1400" dirty="0"/>
          </a:p>
        </p:txBody>
      </p:sp>
      <p:sp>
        <p:nvSpPr>
          <p:cNvPr id="32" name="Shape 25"/>
          <p:cNvSpPr/>
          <p:nvPr/>
        </p:nvSpPr>
        <p:spPr>
          <a:xfrm>
            <a:off x="3364992" y="4023360"/>
            <a:ext cx="265176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3" name="Shape 26"/>
          <p:cNvSpPr/>
          <p:nvPr/>
        </p:nvSpPr>
        <p:spPr>
          <a:xfrm>
            <a:off x="3593592" y="4251960"/>
            <a:ext cx="640080" cy="640080"/>
          </a:xfrm>
          <a:prstGeom prst="ellipse">
            <a:avLst/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</p:spPr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60013" y="4418381"/>
            <a:ext cx="307238" cy="307238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3593592" y="50292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details</a:t>
            </a:r>
            <a:endParaRPr lang="en-US" sz="1700" dirty="0"/>
          </a:p>
        </p:txBody>
      </p:sp>
      <p:sp>
        <p:nvSpPr>
          <p:cNvPr id="36" name="Text 28"/>
          <p:cNvSpPr txBox="1"/>
          <p:nvPr/>
        </p:nvSpPr>
        <p:spPr>
          <a:xfrm>
            <a:off x="3593592" y="5440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Source, 76,000 × 18 fields</a:t>
            </a:r>
            <a:endParaRPr lang="en-US" sz="1400" dirty="0"/>
          </a:p>
        </p:txBody>
      </p:sp>
      <p:sp>
        <p:nvSpPr>
          <p:cNvPr id="37" name="Shape 29"/>
          <p:cNvSpPr/>
          <p:nvPr/>
        </p:nvSpPr>
        <p:spPr>
          <a:xfrm>
            <a:off x="6181344" y="4023360"/>
            <a:ext cx="265176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8" name="Shape 30"/>
          <p:cNvSpPr/>
          <p:nvPr/>
        </p:nvSpPr>
        <p:spPr>
          <a:xfrm>
            <a:off x="6409944" y="4251960"/>
            <a:ext cx="640080" cy="640080"/>
          </a:xfrm>
          <a:prstGeom prst="ellipse">
            <a:avLst/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</p:spPr>
      </p:sp>
      <p:pic>
        <p:nvPicPr>
          <p:cNvPr id="3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76365" y="4418381"/>
            <a:ext cx="307238" cy="30723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6409944" y="50292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recording</a:t>
            </a:r>
            <a:endParaRPr lang="en-US" sz="1700" dirty="0"/>
          </a:p>
        </p:txBody>
      </p:sp>
      <p:sp>
        <p:nvSpPr>
          <p:cNvPr id="41" name="Text 32"/>
          <p:cNvSpPr txBox="1"/>
          <p:nvPr/>
        </p:nvSpPr>
        <p:spPr>
          <a:xfrm>
            <a:off x="6409944" y="5440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15–20 minutes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8997696" y="4023360"/>
            <a:ext cx="265176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3" name="Shape 34"/>
          <p:cNvSpPr/>
          <p:nvPr/>
        </p:nvSpPr>
        <p:spPr>
          <a:xfrm>
            <a:off x="9226296" y="4251960"/>
            <a:ext cx="640080" cy="640080"/>
          </a:xfrm>
          <a:prstGeom prst="ellipse">
            <a:avLst/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</p:spPr>
      </p:sp>
      <p:pic>
        <p:nvPicPr>
          <p:cNvPr id="44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92717" y="4418381"/>
            <a:ext cx="307238" cy="307238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9226296" y="50292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LinkedIn post</a:t>
            </a:r>
            <a:endParaRPr lang="en-US" sz="1700" dirty="0"/>
          </a:p>
        </p:txBody>
      </p:sp>
      <p:sp>
        <p:nvSpPr>
          <p:cNvPr id="46" name="Text 36"/>
          <p:cNvSpPr txBox="1"/>
          <p:nvPr/>
        </p:nvSpPr>
        <p:spPr>
          <a:xfrm>
            <a:off x="9226296" y="5440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Instructor &amp; upGrad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Workflow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data to business decision support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pic>
        <p:nvPicPr>
          <p:cNvPr id="7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1591056"/>
            <a:ext cx="11091672" cy="471830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Power Query — Data Validation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every check passed before the data moved to Tableau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pic>
        <p:nvPicPr>
          <p:cNvPr id="7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1591056"/>
            <a:ext cx="11064240" cy="471830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Tableau Dashboard — Overview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inventory monitoring and demand forecast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pic>
        <p:nvPicPr>
          <p:cNvPr id="7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1591056"/>
            <a:ext cx="11064239" cy="485546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Tableau Dashboard — Recommendation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× SKU action map, reorder priority, and hold list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pic>
        <p:nvPicPr>
          <p:cNvPr id="7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1591056"/>
            <a:ext cx="11091672" cy="485546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2A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432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Inventory Forecast Dashboard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3931920"/>
            <a:ext cx="33832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4206240"/>
            <a:ext cx="640080" cy="640080"/>
          </a:xfrm>
          <a:prstGeom prst="ellipse">
            <a:avLst/>
          </a:prstGeom>
          <a:solidFill>
            <a:srgbClr val="12417F"/>
          </a:solidFill>
          <a:ln w="12700">
            <a:solidFill>
              <a:srgbClr val="12417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1" y="437266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4206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41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49377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future SKU-level demand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389120" y="3931920"/>
            <a:ext cx="33832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17720" y="4206240"/>
            <a:ext cx="640080" cy="640080"/>
          </a:xfrm>
          <a:prstGeom prst="ellipse">
            <a:avLst/>
          </a:prstGeom>
          <a:solidFill>
            <a:srgbClr val="C1272D"/>
          </a:solidFill>
          <a:ln w="12700">
            <a:solidFill>
              <a:srgbClr val="C1272D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4141" y="437266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40680" y="4206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127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Identify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617720" y="49377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stockout &amp; overstock risk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8046720" y="3931920"/>
            <a:ext cx="33832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75320" y="4206240"/>
            <a:ext cx="640080" cy="640080"/>
          </a:xfrm>
          <a:prstGeom prst="ellipse">
            <a:avLst/>
          </a:prstGeom>
          <a:solidFill>
            <a:srgbClr val="2E8B45"/>
          </a:solidFill>
          <a:ln w="12700">
            <a:solidFill>
              <a:srgbClr val="2E8B45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1741" y="437266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98280" y="4206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8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</a:t>
            </a:r>
            <a:endParaRPr lang="en-US" sz="22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49377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0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Reorder, transfer, or hold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1303</Words>
  <Application>Microsoft Office PowerPoint</Application>
  <PresentationFormat>Widescreen</PresentationFormat>
  <Paragraphs>256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Retail - Inventory Forecast Dashboard</dc:title>
  <dc:subject>PptxGenJS Presentation</dc:subject>
  <dc:creator>PptxGenJS</dc:creator>
  <cp:lastModifiedBy>JEISA MATHEW</cp:lastModifiedBy>
  <cp:revision>1</cp:revision>
  <dcterms:created xsi:type="dcterms:W3CDTF">2026-09-24T17:52:06Z</dcterms:created>
  <dcterms:modified xsi:type="dcterms:W3CDTF">2026-09-25T04:54:56Z</dcterms:modified>
</cp:coreProperties>
</file>